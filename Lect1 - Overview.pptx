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33"/>
  </p:notesMasterIdLst>
  <p:handoutMasterIdLst>
    <p:handoutMasterId r:id="rId34"/>
  </p:handoutMasterIdLst>
  <p:sldIdLst>
    <p:sldId id="256" r:id="rId5"/>
    <p:sldId id="524" r:id="rId6"/>
    <p:sldId id="257" r:id="rId7"/>
    <p:sldId id="509" r:id="rId8"/>
    <p:sldId id="701" r:id="rId9"/>
    <p:sldId id="510" r:id="rId10"/>
    <p:sldId id="700" r:id="rId11"/>
    <p:sldId id="512" r:id="rId12"/>
    <p:sldId id="513" r:id="rId13"/>
    <p:sldId id="693" r:id="rId14"/>
    <p:sldId id="429" r:id="rId15"/>
    <p:sldId id="702" r:id="rId16"/>
    <p:sldId id="2565" r:id="rId17"/>
    <p:sldId id="703" r:id="rId18"/>
    <p:sldId id="704" r:id="rId19"/>
    <p:sldId id="705" r:id="rId20"/>
    <p:sldId id="267" r:id="rId21"/>
    <p:sldId id="270" r:id="rId22"/>
    <p:sldId id="272" r:id="rId23"/>
    <p:sldId id="295" r:id="rId24"/>
    <p:sldId id="274" r:id="rId25"/>
    <p:sldId id="706" r:id="rId26"/>
    <p:sldId id="294" r:id="rId27"/>
    <p:sldId id="288" r:id="rId28"/>
    <p:sldId id="707" r:id="rId29"/>
    <p:sldId id="290" r:id="rId30"/>
    <p:sldId id="291" r:id="rId31"/>
    <p:sldId id="29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7DD8F8-2911-40DA-9D29-441A66355278}">
          <p14:sldIdLst>
            <p14:sldId id="256"/>
            <p14:sldId id="524"/>
            <p14:sldId id="257"/>
            <p14:sldId id="509"/>
            <p14:sldId id="701"/>
            <p14:sldId id="510"/>
            <p14:sldId id="700"/>
            <p14:sldId id="512"/>
            <p14:sldId id="513"/>
            <p14:sldId id="693"/>
            <p14:sldId id="429"/>
            <p14:sldId id="702"/>
            <p14:sldId id="2565"/>
            <p14:sldId id="703"/>
            <p14:sldId id="704"/>
            <p14:sldId id="705"/>
            <p14:sldId id="267"/>
            <p14:sldId id="270"/>
            <p14:sldId id="272"/>
            <p14:sldId id="295"/>
            <p14:sldId id="274"/>
            <p14:sldId id="706"/>
            <p14:sldId id="294"/>
            <p14:sldId id="288"/>
            <p14:sldId id="707"/>
            <p14:sldId id="290"/>
            <p14:sldId id="291"/>
            <p14:sldId id="29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260"/>
    <a:srgbClr val="1A3261"/>
    <a:srgbClr val="4590B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9058" autoAdjust="0"/>
  </p:normalViewPr>
  <p:slideViewPr>
    <p:cSldViewPr snapToGrid="0">
      <p:cViewPr varScale="1">
        <p:scale>
          <a:sx n="39" d="100"/>
          <a:sy n="39" d="100"/>
        </p:scale>
        <p:origin x="2119" y="25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2042C2-237C-4B7D-9067-723B70DBD61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4B209E1-05A1-4D18-BBA5-BF03EF980FC2}">
      <dgm:prSet/>
      <dgm:spPr/>
      <dgm:t>
        <a:bodyPr/>
        <a:lstStyle/>
        <a:p>
          <a:r>
            <a:rPr lang="en-US" b="0" i="0" dirty="0"/>
            <a:t>Reliability &amp; Performance: Lag, outages, and dependence on cloud resources can impact performance. Robust network management and fault tolerance are key.</a:t>
          </a:r>
          <a:endParaRPr lang="en-US" dirty="0"/>
        </a:p>
      </dgm:t>
    </dgm:pt>
    <dgm:pt modelId="{A316EA8A-0342-442C-813C-605FE0C14FB0}" type="parTrans" cxnId="{289EEEEA-EE57-4B04-A0A0-6A87325CB26B}">
      <dgm:prSet/>
      <dgm:spPr/>
      <dgm:t>
        <a:bodyPr/>
        <a:lstStyle/>
        <a:p>
          <a:endParaRPr lang="en-US"/>
        </a:p>
      </dgm:t>
    </dgm:pt>
    <dgm:pt modelId="{4881A805-96D2-4196-8F76-22D825655333}" type="sibTrans" cxnId="{289EEEEA-EE57-4B04-A0A0-6A87325CB26B}">
      <dgm:prSet/>
      <dgm:spPr/>
      <dgm:t>
        <a:bodyPr/>
        <a:lstStyle/>
        <a:p>
          <a:endParaRPr lang="en-US"/>
        </a:p>
      </dgm:t>
    </dgm:pt>
    <dgm:pt modelId="{0DECC83A-34D5-46F1-9624-8F23DAD99A0D}">
      <dgm:prSet/>
      <dgm:spPr/>
      <dgm:t>
        <a:bodyPr/>
        <a:lstStyle/>
        <a:p>
          <a:r>
            <a:rPr lang="en-US" b="0" i="0" dirty="0"/>
            <a:t>Resource Provisioning &amp; Scheduling: Efficient algorithms are needed to optimize resource allocation, reduce response times, and manage large demands.</a:t>
          </a:r>
          <a:endParaRPr lang="en-US" dirty="0"/>
        </a:p>
      </dgm:t>
    </dgm:pt>
    <dgm:pt modelId="{1B411F84-ACCB-4933-A103-77DA5ECDE1BD}" type="parTrans" cxnId="{97027B2B-DCA2-4BB9-B5AD-B9835A667872}">
      <dgm:prSet/>
      <dgm:spPr/>
      <dgm:t>
        <a:bodyPr/>
        <a:lstStyle/>
        <a:p>
          <a:endParaRPr lang="en-US"/>
        </a:p>
      </dgm:t>
    </dgm:pt>
    <dgm:pt modelId="{BC70E039-1D9D-4914-9245-895824A973E1}" type="sibTrans" cxnId="{97027B2B-DCA2-4BB9-B5AD-B9835A667872}">
      <dgm:prSet/>
      <dgm:spPr/>
      <dgm:t>
        <a:bodyPr/>
        <a:lstStyle/>
        <a:p>
          <a:endParaRPr lang="en-US"/>
        </a:p>
      </dgm:t>
    </dgm:pt>
    <dgm:pt modelId="{8F87656B-2D2C-4D61-8476-49DB1FC28F58}">
      <dgm:prSet/>
      <dgm:spPr/>
      <dgm:t>
        <a:bodyPr/>
        <a:lstStyle/>
        <a:p>
          <a:r>
            <a:rPr lang="en-US" b="0" i="0"/>
            <a:t>Management Issues: Complexities like resource consolidation, client management, and single-provider limitations require advanced solutions like decentralization and multi-cloud strategies.</a:t>
          </a:r>
          <a:endParaRPr lang="en-US"/>
        </a:p>
      </dgm:t>
    </dgm:pt>
    <dgm:pt modelId="{D69C84F2-ED08-4F21-A9CC-6EBBC08FA280}" type="parTrans" cxnId="{E73430D4-5A62-4047-AE43-E88D44B8B9A1}">
      <dgm:prSet/>
      <dgm:spPr/>
      <dgm:t>
        <a:bodyPr/>
        <a:lstStyle/>
        <a:p>
          <a:endParaRPr lang="en-US"/>
        </a:p>
      </dgm:t>
    </dgm:pt>
    <dgm:pt modelId="{EFFFB7AC-4965-48C4-83BE-C78FE9458829}" type="sibTrans" cxnId="{E73430D4-5A62-4047-AE43-E88D44B8B9A1}">
      <dgm:prSet/>
      <dgm:spPr/>
      <dgm:t>
        <a:bodyPr/>
        <a:lstStyle/>
        <a:p>
          <a:endParaRPr lang="en-US"/>
        </a:p>
      </dgm:t>
    </dgm:pt>
    <dgm:pt modelId="{BE897D2D-067C-4BB2-875B-45D600DF74DB}" type="pres">
      <dgm:prSet presAssocID="{8B2042C2-237C-4B7D-9067-723B70DBD613}" presName="root" presStyleCnt="0">
        <dgm:presLayoutVars>
          <dgm:dir/>
          <dgm:resizeHandles val="exact"/>
        </dgm:presLayoutVars>
      </dgm:prSet>
      <dgm:spPr/>
    </dgm:pt>
    <dgm:pt modelId="{45709A7D-0682-4742-A1D9-8FA22414ABD6}" type="pres">
      <dgm:prSet presAssocID="{D4B209E1-05A1-4D18-BBA5-BF03EF980FC2}" presName="compNode" presStyleCnt="0"/>
      <dgm:spPr/>
    </dgm:pt>
    <dgm:pt modelId="{F4A37016-7F70-46FB-8A02-ACB89C9EF683}" type="pres">
      <dgm:prSet presAssocID="{D4B209E1-05A1-4D18-BBA5-BF03EF980FC2}" presName="bgRect" presStyleLbl="bgShp" presStyleIdx="0" presStyleCnt="3"/>
      <dgm:spPr/>
    </dgm:pt>
    <dgm:pt modelId="{CCEB17BD-C97F-40C7-BDFF-6EB63848DCF8}" type="pres">
      <dgm:prSet presAssocID="{D4B209E1-05A1-4D18-BBA5-BF03EF980FC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C303BF1D-3A97-4894-B502-20822559EE72}" type="pres">
      <dgm:prSet presAssocID="{D4B209E1-05A1-4D18-BBA5-BF03EF980FC2}" presName="spaceRect" presStyleCnt="0"/>
      <dgm:spPr/>
    </dgm:pt>
    <dgm:pt modelId="{8898DF01-0DEC-4565-907B-5D7FE3AAAAD7}" type="pres">
      <dgm:prSet presAssocID="{D4B209E1-05A1-4D18-BBA5-BF03EF980FC2}" presName="parTx" presStyleLbl="revTx" presStyleIdx="0" presStyleCnt="3">
        <dgm:presLayoutVars>
          <dgm:chMax val="0"/>
          <dgm:chPref val="0"/>
        </dgm:presLayoutVars>
      </dgm:prSet>
      <dgm:spPr/>
    </dgm:pt>
    <dgm:pt modelId="{CE73FEF5-5D49-424B-B96E-257BB4F00E12}" type="pres">
      <dgm:prSet presAssocID="{4881A805-96D2-4196-8F76-22D825655333}" presName="sibTrans" presStyleCnt="0"/>
      <dgm:spPr/>
    </dgm:pt>
    <dgm:pt modelId="{D17D4C75-6E30-4E79-8119-C9509D52E689}" type="pres">
      <dgm:prSet presAssocID="{0DECC83A-34D5-46F1-9624-8F23DAD99A0D}" presName="compNode" presStyleCnt="0"/>
      <dgm:spPr/>
    </dgm:pt>
    <dgm:pt modelId="{BEF44343-A00F-45CE-B7D4-711F0DF91439}" type="pres">
      <dgm:prSet presAssocID="{0DECC83A-34D5-46F1-9624-8F23DAD99A0D}" presName="bgRect" presStyleLbl="bgShp" presStyleIdx="1" presStyleCnt="3"/>
      <dgm:spPr/>
    </dgm:pt>
    <dgm:pt modelId="{4245540D-F67C-43B8-AFFD-84CE175A53B4}" type="pres">
      <dgm:prSet presAssocID="{0DECC83A-34D5-46F1-9624-8F23DAD99A0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B7982777-17BC-42BB-A93C-73C9530C52A7}" type="pres">
      <dgm:prSet presAssocID="{0DECC83A-34D5-46F1-9624-8F23DAD99A0D}" presName="spaceRect" presStyleCnt="0"/>
      <dgm:spPr/>
    </dgm:pt>
    <dgm:pt modelId="{8F71201D-C3C2-45F5-B4EC-E4B4A6510513}" type="pres">
      <dgm:prSet presAssocID="{0DECC83A-34D5-46F1-9624-8F23DAD99A0D}" presName="parTx" presStyleLbl="revTx" presStyleIdx="1" presStyleCnt="3">
        <dgm:presLayoutVars>
          <dgm:chMax val="0"/>
          <dgm:chPref val="0"/>
        </dgm:presLayoutVars>
      </dgm:prSet>
      <dgm:spPr/>
    </dgm:pt>
    <dgm:pt modelId="{407207A7-54A4-4CDA-AE5D-5975776B1AAE}" type="pres">
      <dgm:prSet presAssocID="{BC70E039-1D9D-4914-9245-895824A973E1}" presName="sibTrans" presStyleCnt="0"/>
      <dgm:spPr/>
    </dgm:pt>
    <dgm:pt modelId="{AD30939E-6DCF-4D82-9191-8F8C6ECCC252}" type="pres">
      <dgm:prSet presAssocID="{8F87656B-2D2C-4D61-8476-49DB1FC28F58}" presName="compNode" presStyleCnt="0"/>
      <dgm:spPr/>
    </dgm:pt>
    <dgm:pt modelId="{909BEB2B-C7CD-408B-BC22-2EAAC51A86E0}" type="pres">
      <dgm:prSet presAssocID="{8F87656B-2D2C-4D61-8476-49DB1FC28F58}" presName="bgRect" presStyleLbl="bgShp" presStyleIdx="2" presStyleCnt="3"/>
      <dgm:spPr/>
    </dgm:pt>
    <dgm:pt modelId="{2FA56877-4D21-422B-B60F-0AB88FD8ACA2}" type="pres">
      <dgm:prSet presAssocID="{8F87656B-2D2C-4D61-8476-49DB1FC28F5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B2F37A95-B1BC-478C-AABC-88F048B25D8E}" type="pres">
      <dgm:prSet presAssocID="{8F87656B-2D2C-4D61-8476-49DB1FC28F58}" presName="spaceRect" presStyleCnt="0"/>
      <dgm:spPr/>
    </dgm:pt>
    <dgm:pt modelId="{D294BB14-82F6-4743-9B46-F8C2684D978C}" type="pres">
      <dgm:prSet presAssocID="{8F87656B-2D2C-4D61-8476-49DB1FC28F58}" presName="parTx" presStyleLbl="revTx" presStyleIdx="2" presStyleCnt="3">
        <dgm:presLayoutVars>
          <dgm:chMax val="0"/>
          <dgm:chPref val="0"/>
        </dgm:presLayoutVars>
      </dgm:prSet>
      <dgm:spPr/>
    </dgm:pt>
  </dgm:ptLst>
  <dgm:cxnLst>
    <dgm:cxn modelId="{071E3005-93B3-4018-90F7-A58F0403F560}" type="presOf" srcId="{0DECC83A-34D5-46F1-9624-8F23DAD99A0D}" destId="{8F71201D-C3C2-45F5-B4EC-E4B4A6510513}" srcOrd="0" destOrd="0" presId="urn:microsoft.com/office/officeart/2018/2/layout/IconVerticalSolidList"/>
    <dgm:cxn modelId="{940FCD0B-C3E9-4343-A3B9-047C8B12DAEA}" type="presOf" srcId="{8F87656B-2D2C-4D61-8476-49DB1FC28F58}" destId="{D294BB14-82F6-4743-9B46-F8C2684D978C}" srcOrd="0" destOrd="0" presId="urn:microsoft.com/office/officeart/2018/2/layout/IconVerticalSolidList"/>
    <dgm:cxn modelId="{97027B2B-DCA2-4BB9-B5AD-B9835A667872}" srcId="{8B2042C2-237C-4B7D-9067-723B70DBD613}" destId="{0DECC83A-34D5-46F1-9624-8F23DAD99A0D}" srcOrd="1" destOrd="0" parTransId="{1B411F84-ACCB-4933-A103-77DA5ECDE1BD}" sibTransId="{BC70E039-1D9D-4914-9245-895824A973E1}"/>
    <dgm:cxn modelId="{95048658-91E2-4561-A23E-1264CA6B5A33}" type="presOf" srcId="{D4B209E1-05A1-4D18-BBA5-BF03EF980FC2}" destId="{8898DF01-0DEC-4565-907B-5D7FE3AAAAD7}" srcOrd="0" destOrd="0" presId="urn:microsoft.com/office/officeart/2018/2/layout/IconVerticalSolidList"/>
    <dgm:cxn modelId="{D42CFD94-C749-49A8-AE97-2A27FEB6E888}" type="presOf" srcId="{8B2042C2-237C-4B7D-9067-723B70DBD613}" destId="{BE897D2D-067C-4BB2-875B-45D600DF74DB}" srcOrd="0" destOrd="0" presId="urn:microsoft.com/office/officeart/2018/2/layout/IconVerticalSolidList"/>
    <dgm:cxn modelId="{E73430D4-5A62-4047-AE43-E88D44B8B9A1}" srcId="{8B2042C2-237C-4B7D-9067-723B70DBD613}" destId="{8F87656B-2D2C-4D61-8476-49DB1FC28F58}" srcOrd="2" destOrd="0" parTransId="{D69C84F2-ED08-4F21-A9CC-6EBBC08FA280}" sibTransId="{EFFFB7AC-4965-48C4-83BE-C78FE9458829}"/>
    <dgm:cxn modelId="{289EEEEA-EE57-4B04-A0A0-6A87325CB26B}" srcId="{8B2042C2-237C-4B7D-9067-723B70DBD613}" destId="{D4B209E1-05A1-4D18-BBA5-BF03EF980FC2}" srcOrd="0" destOrd="0" parTransId="{A316EA8A-0342-442C-813C-605FE0C14FB0}" sibTransId="{4881A805-96D2-4196-8F76-22D825655333}"/>
    <dgm:cxn modelId="{34A0D90B-4335-4970-90C4-C2BACD5A0EC1}" type="presParOf" srcId="{BE897D2D-067C-4BB2-875B-45D600DF74DB}" destId="{45709A7D-0682-4742-A1D9-8FA22414ABD6}" srcOrd="0" destOrd="0" presId="urn:microsoft.com/office/officeart/2018/2/layout/IconVerticalSolidList"/>
    <dgm:cxn modelId="{2DB82AA7-AFC7-45C4-8840-D6FFF0FD117B}" type="presParOf" srcId="{45709A7D-0682-4742-A1D9-8FA22414ABD6}" destId="{F4A37016-7F70-46FB-8A02-ACB89C9EF683}" srcOrd="0" destOrd="0" presId="urn:microsoft.com/office/officeart/2018/2/layout/IconVerticalSolidList"/>
    <dgm:cxn modelId="{9429A024-B783-4C57-923F-74EE50C2CC13}" type="presParOf" srcId="{45709A7D-0682-4742-A1D9-8FA22414ABD6}" destId="{CCEB17BD-C97F-40C7-BDFF-6EB63848DCF8}" srcOrd="1" destOrd="0" presId="urn:microsoft.com/office/officeart/2018/2/layout/IconVerticalSolidList"/>
    <dgm:cxn modelId="{58DD387A-469C-4DFC-A724-5F0692524C7E}" type="presParOf" srcId="{45709A7D-0682-4742-A1D9-8FA22414ABD6}" destId="{C303BF1D-3A97-4894-B502-20822559EE72}" srcOrd="2" destOrd="0" presId="urn:microsoft.com/office/officeart/2018/2/layout/IconVerticalSolidList"/>
    <dgm:cxn modelId="{E225E500-F258-4169-A483-82E209AE289D}" type="presParOf" srcId="{45709A7D-0682-4742-A1D9-8FA22414ABD6}" destId="{8898DF01-0DEC-4565-907B-5D7FE3AAAAD7}" srcOrd="3" destOrd="0" presId="urn:microsoft.com/office/officeart/2018/2/layout/IconVerticalSolidList"/>
    <dgm:cxn modelId="{EC43EF14-148B-479A-9FA9-3BC99F0CA548}" type="presParOf" srcId="{BE897D2D-067C-4BB2-875B-45D600DF74DB}" destId="{CE73FEF5-5D49-424B-B96E-257BB4F00E12}" srcOrd="1" destOrd="0" presId="urn:microsoft.com/office/officeart/2018/2/layout/IconVerticalSolidList"/>
    <dgm:cxn modelId="{E962E101-01B8-4A81-914C-DFB85D2AEBC5}" type="presParOf" srcId="{BE897D2D-067C-4BB2-875B-45D600DF74DB}" destId="{D17D4C75-6E30-4E79-8119-C9509D52E689}" srcOrd="2" destOrd="0" presId="urn:microsoft.com/office/officeart/2018/2/layout/IconVerticalSolidList"/>
    <dgm:cxn modelId="{EA80C2FB-7E04-49BF-89A7-63C1CAE6965B}" type="presParOf" srcId="{D17D4C75-6E30-4E79-8119-C9509D52E689}" destId="{BEF44343-A00F-45CE-B7D4-711F0DF91439}" srcOrd="0" destOrd="0" presId="urn:microsoft.com/office/officeart/2018/2/layout/IconVerticalSolidList"/>
    <dgm:cxn modelId="{171FEF3F-2ABE-455E-96B0-F64576412E2D}" type="presParOf" srcId="{D17D4C75-6E30-4E79-8119-C9509D52E689}" destId="{4245540D-F67C-43B8-AFFD-84CE175A53B4}" srcOrd="1" destOrd="0" presId="urn:microsoft.com/office/officeart/2018/2/layout/IconVerticalSolidList"/>
    <dgm:cxn modelId="{F45A4ACC-A603-4873-810B-A1D9A3E78547}" type="presParOf" srcId="{D17D4C75-6E30-4E79-8119-C9509D52E689}" destId="{B7982777-17BC-42BB-A93C-73C9530C52A7}" srcOrd="2" destOrd="0" presId="urn:microsoft.com/office/officeart/2018/2/layout/IconVerticalSolidList"/>
    <dgm:cxn modelId="{24B72468-680F-4764-A210-8F9BF4093976}" type="presParOf" srcId="{D17D4C75-6E30-4E79-8119-C9509D52E689}" destId="{8F71201D-C3C2-45F5-B4EC-E4B4A6510513}" srcOrd="3" destOrd="0" presId="urn:microsoft.com/office/officeart/2018/2/layout/IconVerticalSolidList"/>
    <dgm:cxn modelId="{345CB519-5B89-4444-BC37-439485227E30}" type="presParOf" srcId="{BE897D2D-067C-4BB2-875B-45D600DF74DB}" destId="{407207A7-54A4-4CDA-AE5D-5975776B1AAE}" srcOrd="3" destOrd="0" presId="urn:microsoft.com/office/officeart/2018/2/layout/IconVerticalSolidList"/>
    <dgm:cxn modelId="{67AD2B7C-0FFA-4F63-A79B-F8730F2BB17F}" type="presParOf" srcId="{BE897D2D-067C-4BB2-875B-45D600DF74DB}" destId="{AD30939E-6DCF-4D82-9191-8F8C6ECCC252}" srcOrd="4" destOrd="0" presId="urn:microsoft.com/office/officeart/2018/2/layout/IconVerticalSolidList"/>
    <dgm:cxn modelId="{4FDC1192-36C2-4844-B3C4-D1615FC1D081}" type="presParOf" srcId="{AD30939E-6DCF-4D82-9191-8F8C6ECCC252}" destId="{909BEB2B-C7CD-408B-BC22-2EAAC51A86E0}" srcOrd="0" destOrd="0" presId="urn:microsoft.com/office/officeart/2018/2/layout/IconVerticalSolidList"/>
    <dgm:cxn modelId="{FCA8798E-E4A6-4909-9DA0-2C0D80EBBAB4}" type="presParOf" srcId="{AD30939E-6DCF-4D82-9191-8F8C6ECCC252}" destId="{2FA56877-4D21-422B-B60F-0AB88FD8ACA2}" srcOrd="1" destOrd="0" presId="urn:microsoft.com/office/officeart/2018/2/layout/IconVerticalSolidList"/>
    <dgm:cxn modelId="{6AE5CCBF-98EF-4692-9855-69871A39A1A7}" type="presParOf" srcId="{AD30939E-6DCF-4D82-9191-8F8C6ECCC252}" destId="{B2F37A95-B1BC-478C-AABC-88F048B25D8E}" srcOrd="2" destOrd="0" presId="urn:microsoft.com/office/officeart/2018/2/layout/IconVerticalSolidList"/>
    <dgm:cxn modelId="{DBA1C5B8-DBD1-4B9C-9480-1A2252C6D75C}" type="presParOf" srcId="{AD30939E-6DCF-4D82-9191-8F8C6ECCC252}" destId="{D294BB14-82F6-4743-9B46-F8C2684D978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C339AA-46E3-4845-82F6-B77625B4F8D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FBB6D3E-E501-4DD9-AB74-6B9DA1CF8F0A}">
      <dgm:prSet/>
      <dgm:spPr/>
      <dgm:t>
        <a:bodyPr/>
        <a:lstStyle/>
        <a:p>
          <a:pPr>
            <a:lnSpc>
              <a:spcPct val="100000"/>
            </a:lnSpc>
          </a:pPr>
          <a:r>
            <a:rPr lang="en-US" b="0" i="0" dirty="0"/>
            <a:t>Fault Tolerance: Keeping services running despite failures is crucial. Redundancy, disaster recovery plans, and self-healing systems are vital.</a:t>
          </a:r>
          <a:endParaRPr lang="en-US" dirty="0"/>
        </a:p>
      </dgm:t>
    </dgm:pt>
    <dgm:pt modelId="{A9CCA4C9-F6DB-4E74-88E1-8CF6CCA43C3C}" type="parTrans" cxnId="{1721474A-EA2D-402C-9EE1-2C09CA4E1943}">
      <dgm:prSet/>
      <dgm:spPr/>
      <dgm:t>
        <a:bodyPr/>
        <a:lstStyle/>
        <a:p>
          <a:endParaRPr lang="en-US"/>
        </a:p>
      </dgm:t>
    </dgm:pt>
    <dgm:pt modelId="{E0DD590F-E21F-438F-9F5F-67C4F3889A81}" type="sibTrans" cxnId="{1721474A-EA2D-402C-9EE1-2C09CA4E1943}">
      <dgm:prSet phldrT="01"/>
      <dgm:spPr/>
      <dgm:t>
        <a:bodyPr/>
        <a:lstStyle/>
        <a:p>
          <a:endParaRPr lang="en-US" dirty="0"/>
        </a:p>
      </dgm:t>
    </dgm:pt>
    <dgm:pt modelId="{86D4D8E7-9F18-4204-83DF-4960632F05A4}">
      <dgm:prSet/>
      <dgm:spPr/>
      <dgm:t>
        <a:bodyPr/>
        <a:lstStyle/>
        <a:p>
          <a:pPr>
            <a:lnSpc>
              <a:spcPct val="100000"/>
            </a:lnSpc>
          </a:pPr>
          <a:r>
            <a:rPr lang="en-US" b="0" i="0"/>
            <a:t>Privacy &amp; Transparency: Building trust with user data privacy and service transparency is essential. Strong encryption, clear policies, and regular audits are crucial.</a:t>
          </a:r>
          <a:endParaRPr lang="en-US"/>
        </a:p>
      </dgm:t>
    </dgm:pt>
    <dgm:pt modelId="{3D4938A7-EDAE-4BB4-A338-4BC4C361C069}" type="parTrans" cxnId="{05525C20-6704-4A20-B14B-D1D54590D6C3}">
      <dgm:prSet/>
      <dgm:spPr/>
      <dgm:t>
        <a:bodyPr/>
        <a:lstStyle/>
        <a:p>
          <a:endParaRPr lang="en-US"/>
        </a:p>
      </dgm:t>
    </dgm:pt>
    <dgm:pt modelId="{404E392A-4D04-4192-A941-52042F54DDB3}" type="sibTrans" cxnId="{05525C20-6704-4A20-B14B-D1D54590D6C3}">
      <dgm:prSet phldrT="02"/>
      <dgm:spPr/>
      <dgm:t>
        <a:bodyPr/>
        <a:lstStyle/>
        <a:p>
          <a:endParaRPr lang="en-US" dirty="0"/>
        </a:p>
      </dgm:t>
    </dgm:pt>
    <dgm:pt modelId="{3D065474-AD3B-4829-9336-68122B03F3A2}">
      <dgm:prSet/>
      <dgm:spPr/>
      <dgm:t>
        <a:bodyPr/>
        <a:lstStyle/>
        <a:p>
          <a:pPr>
            <a:lnSpc>
              <a:spcPct val="100000"/>
            </a:lnSpc>
          </a:pPr>
          <a:r>
            <a:rPr lang="en-US" b="0" i="0" dirty="0"/>
            <a:t>Security: The biggest challenge. Data security, integrity, and confidentiality are at stake. Strong protocols, access control, and continuous monitoring are necessary.</a:t>
          </a:r>
          <a:endParaRPr lang="en-US" dirty="0"/>
        </a:p>
      </dgm:t>
    </dgm:pt>
    <dgm:pt modelId="{A7C3A975-872D-4E33-B948-9DC780470CCE}" type="parTrans" cxnId="{9FEE888D-4196-42D4-B0E7-825F04E8C307}">
      <dgm:prSet/>
      <dgm:spPr/>
      <dgm:t>
        <a:bodyPr/>
        <a:lstStyle/>
        <a:p>
          <a:endParaRPr lang="en-US"/>
        </a:p>
      </dgm:t>
    </dgm:pt>
    <dgm:pt modelId="{A02EF4FF-C6AA-4126-B3D2-83F401D077E7}" type="sibTrans" cxnId="{9FEE888D-4196-42D4-B0E7-825F04E8C307}">
      <dgm:prSet phldrT="03"/>
      <dgm:spPr/>
      <dgm:t>
        <a:bodyPr/>
        <a:lstStyle/>
        <a:p>
          <a:endParaRPr lang="en-US" dirty="0"/>
        </a:p>
      </dgm:t>
    </dgm:pt>
    <dgm:pt modelId="{5915C3D3-5BFA-4DBF-9D55-C07C80A40506}" type="pres">
      <dgm:prSet presAssocID="{57C339AA-46E3-4845-82F6-B77625B4F8DF}" presName="root" presStyleCnt="0">
        <dgm:presLayoutVars>
          <dgm:dir/>
          <dgm:resizeHandles val="exact"/>
        </dgm:presLayoutVars>
      </dgm:prSet>
      <dgm:spPr/>
    </dgm:pt>
    <dgm:pt modelId="{B3503DF0-ECBB-4793-AD54-BA3262AB8392}" type="pres">
      <dgm:prSet presAssocID="{1FBB6D3E-E501-4DD9-AB74-6B9DA1CF8F0A}" presName="compNode" presStyleCnt="0"/>
      <dgm:spPr/>
    </dgm:pt>
    <dgm:pt modelId="{C39E1D92-826F-4EDA-8425-18B52C9A16D2}" type="pres">
      <dgm:prSet presAssocID="{1FBB6D3E-E501-4DD9-AB74-6B9DA1CF8F0A}" presName="bgRect" presStyleLbl="bgShp" presStyleIdx="0" presStyleCnt="3" custLinFactY="19581" custLinFactNeighborX="719" custLinFactNeighborY="100000"/>
      <dgm:spPr/>
    </dgm:pt>
    <dgm:pt modelId="{B1440540-6EFF-4125-9AD5-376CAC3EC34C}" type="pres">
      <dgm:prSet presAssocID="{1FBB6D3E-E501-4DD9-AB74-6B9DA1CF8F0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4D8D48C5-6DA5-478A-807A-15A180AB6348}" type="pres">
      <dgm:prSet presAssocID="{1FBB6D3E-E501-4DD9-AB74-6B9DA1CF8F0A}" presName="spaceRect" presStyleCnt="0"/>
      <dgm:spPr/>
    </dgm:pt>
    <dgm:pt modelId="{779423F2-86AD-4EE6-B7C7-EE6357CED2CF}" type="pres">
      <dgm:prSet presAssocID="{1FBB6D3E-E501-4DD9-AB74-6B9DA1CF8F0A}" presName="parTx" presStyleLbl="revTx" presStyleIdx="0" presStyleCnt="3" custScaleY="86792">
        <dgm:presLayoutVars>
          <dgm:chMax val="0"/>
          <dgm:chPref val="0"/>
        </dgm:presLayoutVars>
      </dgm:prSet>
      <dgm:spPr/>
    </dgm:pt>
    <dgm:pt modelId="{4C0AFDD7-796B-4ED6-8E26-2B969A5DE77D}" type="pres">
      <dgm:prSet presAssocID="{E0DD590F-E21F-438F-9F5F-67C4F3889A81}" presName="sibTrans" presStyleCnt="0"/>
      <dgm:spPr/>
    </dgm:pt>
    <dgm:pt modelId="{3E490C18-1938-4523-A4B9-540C588DA28A}" type="pres">
      <dgm:prSet presAssocID="{86D4D8E7-9F18-4204-83DF-4960632F05A4}" presName="compNode" presStyleCnt="0"/>
      <dgm:spPr/>
    </dgm:pt>
    <dgm:pt modelId="{110270B8-F624-4F0A-A8D9-045CD5D81AEE}" type="pres">
      <dgm:prSet presAssocID="{86D4D8E7-9F18-4204-83DF-4960632F05A4}" presName="bgRect" presStyleLbl="bgShp" presStyleIdx="1" presStyleCnt="3"/>
      <dgm:spPr/>
    </dgm:pt>
    <dgm:pt modelId="{2398953D-4B05-413E-BFC9-B1EA580A6C55}" type="pres">
      <dgm:prSet presAssocID="{86D4D8E7-9F18-4204-83DF-4960632F05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45D82F0A-8D69-4CF5-B72C-8AAAB10005FD}" type="pres">
      <dgm:prSet presAssocID="{86D4D8E7-9F18-4204-83DF-4960632F05A4}" presName="spaceRect" presStyleCnt="0"/>
      <dgm:spPr/>
    </dgm:pt>
    <dgm:pt modelId="{6CE163E1-E8A3-40C9-9867-F1A13A8C75D6}" type="pres">
      <dgm:prSet presAssocID="{86D4D8E7-9F18-4204-83DF-4960632F05A4}" presName="parTx" presStyleLbl="revTx" presStyleIdx="1" presStyleCnt="3">
        <dgm:presLayoutVars>
          <dgm:chMax val="0"/>
          <dgm:chPref val="0"/>
        </dgm:presLayoutVars>
      </dgm:prSet>
      <dgm:spPr/>
    </dgm:pt>
    <dgm:pt modelId="{FA19D247-238B-4F93-9F6E-215B0D7E2231}" type="pres">
      <dgm:prSet presAssocID="{404E392A-4D04-4192-A941-52042F54DDB3}" presName="sibTrans" presStyleCnt="0"/>
      <dgm:spPr/>
    </dgm:pt>
    <dgm:pt modelId="{4B428BB5-965B-4D47-830C-5B6FDD66CC21}" type="pres">
      <dgm:prSet presAssocID="{3D065474-AD3B-4829-9336-68122B03F3A2}" presName="compNode" presStyleCnt="0"/>
      <dgm:spPr/>
    </dgm:pt>
    <dgm:pt modelId="{9888BDDE-1898-4479-AB16-4485C972FCF7}" type="pres">
      <dgm:prSet presAssocID="{3D065474-AD3B-4829-9336-68122B03F3A2}" presName="bgRect" presStyleLbl="bgShp" presStyleIdx="2" presStyleCnt="3"/>
      <dgm:spPr/>
    </dgm:pt>
    <dgm:pt modelId="{E538CED7-5D95-4F30-9154-F4EDE4F420BD}" type="pres">
      <dgm:prSet presAssocID="{3D065474-AD3B-4829-9336-68122B03F3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tecting Hand"/>
        </a:ext>
      </dgm:extLst>
    </dgm:pt>
    <dgm:pt modelId="{63CB58C7-AE8D-4F9D-A0E2-164A0C9D36C2}" type="pres">
      <dgm:prSet presAssocID="{3D065474-AD3B-4829-9336-68122B03F3A2}" presName="spaceRect" presStyleCnt="0"/>
      <dgm:spPr/>
    </dgm:pt>
    <dgm:pt modelId="{EB740F04-2B93-4821-97BC-845B7791226D}" type="pres">
      <dgm:prSet presAssocID="{3D065474-AD3B-4829-9336-68122B03F3A2}" presName="parTx" presStyleLbl="revTx" presStyleIdx="2" presStyleCnt="3">
        <dgm:presLayoutVars>
          <dgm:chMax val="0"/>
          <dgm:chPref val="0"/>
        </dgm:presLayoutVars>
      </dgm:prSet>
      <dgm:spPr/>
    </dgm:pt>
  </dgm:ptLst>
  <dgm:cxnLst>
    <dgm:cxn modelId="{05525C20-6704-4A20-B14B-D1D54590D6C3}" srcId="{57C339AA-46E3-4845-82F6-B77625B4F8DF}" destId="{86D4D8E7-9F18-4204-83DF-4960632F05A4}" srcOrd="1" destOrd="0" parTransId="{3D4938A7-EDAE-4BB4-A338-4BC4C361C069}" sibTransId="{404E392A-4D04-4192-A941-52042F54DDB3}"/>
    <dgm:cxn modelId="{BAF0DB34-5FF2-4203-97CE-0D3CF13AD0AE}" type="presOf" srcId="{1FBB6D3E-E501-4DD9-AB74-6B9DA1CF8F0A}" destId="{779423F2-86AD-4EE6-B7C7-EE6357CED2CF}" srcOrd="0" destOrd="0" presId="urn:microsoft.com/office/officeart/2018/2/layout/IconVerticalSolidList"/>
    <dgm:cxn modelId="{1721474A-EA2D-402C-9EE1-2C09CA4E1943}" srcId="{57C339AA-46E3-4845-82F6-B77625B4F8DF}" destId="{1FBB6D3E-E501-4DD9-AB74-6B9DA1CF8F0A}" srcOrd="0" destOrd="0" parTransId="{A9CCA4C9-F6DB-4E74-88E1-8CF6CCA43C3C}" sibTransId="{E0DD590F-E21F-438F-9F5F-67C4F3889A81}"/>
    <dgm:cxn modelId="{B1E6997B-FA39-4D41-8C99-C7C4036CE58E}" type="presOf" srcId="{57C339AA-46E3-4845-82F6-B77625B4F8DF}" destId="{5915C3D3-5BFA-4DBF-9D55-C07C80A40506}" srcOrd="0" destOrd="0" presId="urn:microsoft.com/office/officeart/2018/2/layout/IconVerticalSolidList"/>
    <dgm:cxn modelId="{9FEE888D-4196-42D4-B0E7-825F04E8C307}" srcId="{57C339AA-46E3-4845-82F6-B77625B4F8DF}" destId="{3D065474-AD3B-4829-9336-68122B03F3A2}" srcOrd="2" destOrd="0" parTransId="{A7C3A975-872D-4E33-B948-9DC780470CCE}" sibTransId="{A02EF4FF-C6AA-4126-B3D2-83F401D077E7}"/>
    <dgm:cxn modelId="{10A69DBA-377B-489D-BA78-EF4CAF4E7978}" type="presOf" srcId="{3D065474-AD3B-4829-9336-68122B03F3A2}" destId="{EB740F04-2B93-4821-97BC-845B7791226D}" srcOrd="0" destOrd="0" presId="urn:microsoft.com/office/officeart/2018/2/layout/IconVerticalSolidList"/>
    <dgm:cxn modelId="{F6AC35BC-F834-4CDC-AA3C-3D182EF9AB07}" type="presOf" srcId="{86D4D8E7-9F18-4204-83DF-4960632F05A4}" destId="{6CE163E1-E8A3-40C9-9867-F1A13A8C75D6}" srcOrd="0" destOrd="0" presId="urn:microsoft.com/office/officeart/2018/2/layout/IconVerticalSolidList"/>
    <dgm:cxn modelId="{558E86AA-47D3-4FCB-9614-91B489B25B91}" type="presParOf" srcId="{5915C3D3-5BFA-4DBF-9D55-C07C80A40506}" destId="{B3503DF0-ECBB-4793-AD54-BA3262AB8392}" srcOrd="0" destOrd="0" presId="urn:microsoft.com/office/officeart/2018/2/layout/IconVerticalSolidList"/>
    <dgm:cxn modelId="{1CA2E824-C038-4C7B-B108-7F7A1464B639}" type="presParOf" srcId="{B3503DF0-ECBB-4793-AD54-BA3262AB8392}" destId="{C39E1D92-826F-4EDA-8425-18B52C9A16D2}" srcOrd="0" destOrd="0" presId="urn:microsoft.com/office/officeart/2018/2/layout/IconVerticalSolidList"/>
    <dgm:cxn modelId="{342EBE44-2E96-4956-B16B-833D7525EA9E}" type="presParOf" srcId="{B3503DF0-ECBB-4793-AD54-BA3262AB8392}" destId="{B1440540-6EFF-4125-9AD5-376CAC3EC34C}" srcOrd="1" destOrd="0" presId="urn:microsoft.com/office/officeart/2018/2/layout/IconVerticalSolidList"/>
    <dgm:cxn modelId="{31289DF2-B76F-4BB5-B7CE-4D6CB995AA52}" type="presParOf" srcId="{B3503DF0-ECBB-4793-AD54-BA3262AB8392}" destId="{4D8D48C5-6DA5-478A-807A-15A180AB6348}" srcOrd="2" destOrd="0" presId="urn:microsoft.com/office/officeart/2018/2/layout/IconVerticalSolidList"/>
    <dgm:cxn modelId="{98B1C527-54C3-4736-A58B-F8C001593BA4}" type="presParOf" srcId="{B3503DF0-ECBB-4793-AD54-BA3262AB8392}" destId="{779423F2-86AD-4EE6-B7C7-EE6357CED2CF}" srcOrd="3" destOrd="0" presId="urn:microsoft.com/office/officeart/2018/2/layout/IconVerticalSolidList"/>
    <dgm:cxn modelId="{23806951-1AA9-46E6-B18F-D2C866ACF203}" type="presParOf" srcId="{5915C3D3-5BFA-4DBF-9D55-C07C80A40506}" destId="{4C0AFDD7-796B-4ED6-8E26-2B969A5DE77D}" srcOrd="1" destOrd="0" presId="urn:microsoft.com/office/officeart/2018/2/layout/IconVerticalSolidList"/>
    <dgm:cxn modelId="{F6D6524C-695F-43CC-8F0C-95C21F78567A}" type="presParOf" srcId="{5915C3D3-5BFA-4DBF-9D55-C07C80A40506}" destId="{3E490C18-1938-4523-A4B9-540C588DA28A}" srcOrd="2" destOrd="0" presId="urn:microsoft.com/office/officeart/2018/2/layout/IconVerticalSolidList"/>
    <dgm:cxn modelId="{DB6C7019-A636-4DC4-9244-CCEA25BAF3F7}" type="presParOf" srcId="{3E490C18-1938-4523-A4B9-540C588DA28A}" destId="{110270B8-F624-4F0A-A8D9-045CD5D81AEE}" srcOrd="0" destOrd="0" presId="urn:microsoft.com/office/officeart/2018/2/layout/IconVerticalSolidList"/>
    <dgm:cxn modelId="{C24308C7-8CD9-4D5F-8EB6-5CA68719CC71}" type="presParOf" srcId="{3E490C18-1938-4523-A4B9-540C588DA28A}" destId="{2398953D-4B05-413E-BFC9-B1EA580A6C55}" srcOrd="1" destOrd="0" presId="urn:microsoft.com/office/officeart/2018/2/layout/IconVerticalSolidList"/>
    <dgm:cxn modelId="{F3FC51C1-6B5C-4F62-B8F4-B0475482F367}" type="presParOf" srcId="{3E490C18-1938-4523-A4B9-540C588DA28A}" destId="{45D82F0A-8D69-4CF5-B72C-8AAAB10005FD}" srcOrd="2" destOrd="0" presId="urn:microsoft.com/office/officeart/2018/2/layout/IconVerticalSolidList"/>
    <dgm:cxn modelId="{F71671C2-F951-4CDB-A744-D8D419BBA481}" type="presParOf" srcId="{3E490C18-1938-4523-A4B9-540C588DA28A}" destId="{6CE163E1-E8A3-40C9-9867-F1A13A8C75D6}" srcOrd="3" destOrd="0" presId="urn:microsoft.com/office/officeart/2018/2/layout/IconVerticalSolidList"/>
    <dgm:cxn modelId="{DC68844A-7666-4993-B82A-7B0F50DDD4EB}" type="presParOf" srcId="{5915C3D3-5BFA-4DBF-9D55-C07C80A40506}" destId="{FA19D247-238B-4F93-9F6E-215B0D7E2231}" srcOrd="3" destOrd="0" presId="urn:microsoft.com/office/officeart/2018/2/layout/IconVerticalSolidList"/>
    <dgm:cxn modelId="{7F0918F2-9B4A-4FF6-BAD3-7CEDBC996999}" type="presParOf" srcId="{5915C3D3-5BFA-4DBF-9D55-C07C80A40506}" destId="{4B428BB5-965B-4D47-830C-5B6FDD66CC21}" srcOrd="4" destOrd="0" presId="urn:microsoft.com/office/officeart/2018/2/layout/IconVerticalSolidList"/>
    <dgm:cxn modelId="{27CE0F37-B95B-4522-A4BA-C92D8D963AA0}" type="presParOf" srcId="{4B428BB5-965B-4D47-830C-5B6FDD66CC21}" destId="{9888BDDE-1898-4479-AB16-4485C972FCF7}" srcOrd="0" destOrd="0" presId="urn:microsoft.com/office/officeart/2018/2/layout/IconVerticalSolidList"/>
    <dgm:cxn modelId="{92A4EE0D-2240-41F4-825B-6908A2B8DD0D}" type="presParOf" srcId="{4B428BB5-965B-4D47-830C-5B6FDD66CC21}" destId="{E538CED7-5D95-4F30-9154-F4EDE4F420BD}" srcOrd="1" destOrd="0" presId="urn:microsoft.com/office/officeart/2018/2/layout/IconVerticalSolidList"/>
    <dgm:cxn modelId="{17689352-745B-43F9-B675-83872F254D2A}" type="presParOf" srcId="{4B428BB5-965B-4D47-830C-5B6FDD66CC21}" destId="{63CB58C7-AE8D-4F9D-A0E2-164A0C9D36C2}" srcOrd="2" destOrd="0" presId="urn:microsoft.com/office/officeart/2018/2/layout/IconVerticalSolidList"/>
    <dgm:cxn modelId="{A7D61563-833B-4793-A528-1313D474912B}" type="presParOf" srcId="{4B428BB5-965B-4D47-830C-5B6FDD66CC21}" destId="{EB740F04-2B93-4821-97BC-845B7791226D}" srcOrd="3"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B502D0-4A54-4837-8B0F-4C0D7B516182}"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D1847CE7-046B-4773-87D9-1566717157E8}">
      <dgm:prSet/>
      <dgm:spPr/>
      <dgm:t>
        <a:bodyPr/>
        <a:lstStyle/>
        <a:p>
          <a:r>
            <a:rPr lang="en-US" b="0" i="0" dirty="0"/>
            <a:t>Network:  Attacks on communication channels and infrastructure.</a:t>
          </a:r>
          <a:endParaRPr lang="en-US" dirty="0"/>
        </a:p>
      </dgm:t>
    </dgm:pt>
    <dgm:pt modelId="{C3137473-CA9D-4731-B1A0-3762DA4631BE}" type="parTrans" cxnId="{F4956ABF-85CA-44B8-96E6-94599E9D0272}">
      <dgm:prSet/>
      <dgm:spPr/>
      <dgm:t>
        <a:bodyPr/>
        <a:lstStyle/>
        <a:p>
          <a:endParaRPr lang="en-US"/>
        </a:p>
      </dgm:t>
    </dgm:pt>
    <dgm:pt modelId="{FA2BF6A4-3976-44E8-A248-4680BE7450A8}" type="sibTrans" cxnId="{F4956ABF-85CA-44B8-96E6-94599E9D0272}">
      <dgm:prSet/>
      <dgm:spPr/>
      <dgm:t>
        <a:bodyPr/>
        <a:lstStyle/>
        <a:p>
          <a:endParaRPr lang="en-US"/>
        </a:p>
      </dgm:t>
    </dgm:pt>
    <dgm:pt modelId="{D215A39C-65B0-45AA-B860-39A2836A284D}">
      <dgm:prSet/>
      <dgm:spPr/>
      <dgm:t>
        <a:bodyPr/>
        <a:lstStyle/>
        <a:p>
          <a:r>
            <a:rPr lang="en-US" b="0" i="0" dirty="0"/>
            <a:t>Hardware:  Exploiting physical resources like memory and caches for sensitive data access.</a:t>
          </a:r>
          <a:endParaRPr lang="en-US" dirty="0"/>
        </a:p>
      </dgm:t>
    </dgm:pt>
    <dgm:pt modelId="{06EC8AED-B67E-4E1B-856C-BCBDB3597395}" type="parTrans" cxnId="{D187E9C4-BCCC-4FB2-9D85-5B110990845E}">
      <dgm:prSet/>
      <dgm:spPr/>
      <dgm:t>
        <a:bodyPr/>
        <a:lstStyle/>
        <a:p>
          <a:endParaRPr lang="en-US"/>
        </a:p>
      </dgm:t>
    </dgm:pt>
    <dgm:pt modelId="{331B84B5-FCA8-40BE-B950-4A00B6244857}" type="sibTrans" cxnId="{D187E9C4-BCCC-4FB2-9D85-5B110990845E}">
      <dgm:prSet/>
      <dgm:spPr/>
      <dgm:t>
        <a:bodyPr/>
        <a:lstStyle/>
        <a:p>
          <a:endParaRPr lang="en-US"/>
        </a:p>
      </dgm:t>
    </dgm:pt>
    <dgm:pt modelId="{F82CF0C9-8F70-4AAF-85F0-8A109C7B7C1E}">
      <dgm:prSet/>
      <dgm:spPr/>
      <dgm:t>
        <a:bodyPr/>
        <a:lstStyle/>
        <a:p>
          <a:r>
            <a:rPr lang="en-US" b="0" i="0" dirty="0"/>
            <a:t>Hypervisor:  Compromising the core software managing VMs to control entire systems.</a:t>
          </a:r>
          <a:endParaRPr lang="en-US" dirty="0"/>
        </a:p>
      </dgm:t>
    </dgm:pt>
    <dgm:pt modelId="{507CEBC4-8BF5-45BF-9C3A-CAD2BF6664AD}" type="parTrans" cxnId="{FEDC6187-B30C-41DF-8FE0-275F39D75E0C}">
      <dgm:prSet/>
      <dgm:spPr/>
      <dgm:t>
        <a:bodyPr/>
        <a:lstStyle/>
        <a:p>
          <a:endParaRPr lang="en-US"/>
        </a:p>
      </dgm:t>
    </dgm:pt>
    <dgm:pt modelId="{BF851DE8-10BA-4603-997C-F9D382C49969}" type="sibTrans" cxnId="{FEDC6187-B30C-41DF-8FE0-275F39D75E0C}">
      <dgm:prSet/>
      <dgm:spPr/>
      <dgm:t>
        <a:bodyPr/>
        <a:lstStyle/>
        <a:p>
          <a:endParaRPr lang="en-US"/>
        </a:p>
      </dgm:t>
    </dgm:pt>
    <dgm:pt modelId="{C71F9AEA-D593-4584-9197-B55A0D56BFC4}" type="pres">
      <dgm:prSet presAssocID="{EDB502D0-4A54-4837-8B0F-4C0D7B516182}" presName="vert0" presStyleCnt="0">
        <dgm:presLayoutVars>
          <dgm:dir/>
          <dgm:animOne val="branch"/>
          <dgm:animLvl val="lvl"/>
        </dgm:presLayoutVars>
      </dgm:prSet>
      <dgm:spPr/>
    </dgm:pt>
    <dgm:pt modelId="{83B41D9B-4F14-4A11-BD3E-355E3461336C}" type="pres">
      <dgm:prSet presAssocID="{D1847CE7-046B-4773-87D9-1566717157E8}" presName="thickLine" presStyleLbl="alignNode1" presStyleIdx="0" presStyleCnt="3"/>
      <dgm:spPr/>
    </dgm:pt>
    <dgm:pt modelId="{17AF5E53-A2B5-4AF5-AAFC-054825FF8C6C}" type="pres">
      <dgm:prSet presAssocID="{D1847CE7-046B-4773-87D9-1566717157E8}" presName="horz1" presStyleCnt="0"/>
      <dgm:spPr/>
    </dgm:pt>
    <dgm:pt modelId="{A66E0299-9B98-4F17-B567-E3F9551F1286}" type="pres">
      <dgm:prSet presAssocID="{D1847CE7-046B-4773-87D9-1566717157E8}" presName="tx1" presStyleLbl="revTx" presStyleIdx="0" presStyleCnt="3"/>
      <dgm:spPr/>
    </dgm:pt>
    <dgm:pt modelId="{7BEB6BF7-882A-435F-A25F-05B3C6C46362}" type="pres">
      <dgm:prSet presAssocID="{D1847CE7-046B-4773-87D9-1566717157E8}" presName="vert1" presStyleCnt="0"/>
      <dgm:spPr/>
    </dgm:pt>
    <dgm:pt modelId="{B2DC6EEA-4D6A-4E0B-B9A0-FFE22B55CDC9}" type="pres">
      <dgm:prSet presAssocID="{D215A39C-65B0-45AA-B860-39A2836A284D}" presName="thickLine" presStyleLbl="alignNode1" presStyleIdx="1" presStyleCnt="3"/>
      <dgm:spPr/>
    </dgm:pt>
    <dgm:pt modelId="{DC333152-DAE5-4554-9524-988769E2A587}" type="pres">
      <dgm:prSet presAssocID="{D215A39C-65B0-45AA-B860-39A2836A284D}" presName="horz1" presStyleCnt="0"/>
      <dgm:spPr/>
    </dgm:pt>
    <dgm:pt modelId="{C759F505-936A-40F9-90E6-72BA7ADD743A}" type="pres">
      <dgm:prSet presAssocID="{D215A39C-65B0-45AA-B860-39A2836A284D}" presName="tx1" presStyleLbl="revTx" presStyleIdx="1" presStyleCnt="3"/>
      <dgm:spPr/>
    </dgm:pt>
    <dgm:pt modelId="{CB627127-DDE4-463C-AE8F-90229B1F97D1}" type="pres">
      <dgm:prSet presAssocID="{D215A39C-65B0-45AA-B860-39A2836A284D}" presName="vert1" presStyleCnt="0"/>
      <dgm:spPr/>
    </dgm:pt>
    <dgm:pt modelId="{018FCEFA-627E-4592-A77F-F7F347E6046A}" type="pres">
      <dgm:prSet presAssocID="{F82CF0C9-8F70-4AAF-85F0-8A109C7B7C1E}" presName="thickLine" presStyleLbl="alignNode1" presStyleIdx="2" presStyleCnt="3"/>
      <dgm:spPr/>
    </dgm:pt>
    <dgm:pt modelId="{63111B59-3A66-4464-8CEB-33B27485E26D}" type="pres">
      <dgm:prSet presAssocID="{F82CF0C9-8F70-4AAF-85F0-8A109C7B7C1E}" presName="horz1" presStyleCnt="0"/>
      <dgm:spPr/>
    </dgm:pt>
    <dgm:pt modelId="{DDD72A52-AE6C-4468-ABCA-7130740DF5E8}" type="pres">
      <dgm:prSet presAssocID="{F82CF0C9-8F70-4AAF-85F0-8A109C7B7C1E}" presName="tx1" presStyleLbl="revTx" presStyleIdx="2" presStyleCnt="3"/>
      <dgm:spPr/>
    </dgm:pt>
    <dgm:pt modelId="{5B06DC5E-D627-45C9-9999-4FA8E899A637}" type="pres">
      <dgm:prSet presAssocID="{F82CF0C9-8F70-4AAF-85F0-8A109C7B7C1E}" presName="vert1" presStyleCnt="0"/>
      <dgm:spPr/>
    </dgm:pt>
  </dgm:ptLst>
  <dgm:cxnLst>
    <dgm:cxn modelId="{0066D21B-E3D4-4883-88BF-4A655ECC247D}" type="presOf" srcId="{EDB502D0-4A54-4837-8B0F-4C0D7B516182}" destId="{C71F9AEA-D593-4584-9197-B55A0D56BFC4}" srcOrd="0" destOrd="0" presId="urn:microsoft.com/office/officeart/2008/layout/LinedList"/>
    <dgm:cxn modelId="{53B94229-08BA-44E8-A77E-E75597594FD3}" type="presOf" srcId="{D215A39C-65B0-45AA-B860-39A2836A284D}" destId="{C759F505-936A-40F9-90E6-72BA7ADD743A}" srcOrd="0" destOrd="0" presId="urn:microsoft.com/office/officeart/2008/layout/LinedList"/>
    <dgm:cxn modelId="{06C53576-1E12-4950-84A4-78BDA68920AB}" type="presOf" srcId="{D1847CE7-046B-4773-87D9-1566717157E8}" destId="{A66E0299-9B98-4F17-B567-E3F9551F1286}" srcOrd="0" destOrd="0" presId="urn:microsoft.com/office/officeart/2008/layout/LinedList"/>
    <dgm:cxn modelId="{FEDC6187-B30C-41DF-8FE0-275F39D75E0C}" srcId="{EDB502D0-4A54-4837-8B0F-4C0D7B516182}" destId="{F82CF0C9-8F70-4AAF-85F0-8A109C7B7C1E}" srcOrd="2" destOrd="0" parTransId="{507CEBC4-8BF5-45BF-9C3A-CAD2BF6664AD}" sibTransId="{BF851DE8-10BA-4603-997C-F9D382C49969}"/>
    <dgm:cxn modelId="{EB260889-0E77-435C-BE72-E62B0927317A}" type="presOf" srcId="{F82CF0C9-8F70-4AAF-85F0-8A109C7B7C1E}" destId="{DDD72A52-AE6C-4468-ABCA-7130740DF5E8}" srcOrd="0" destOrd="0" presId="urn:microsoft.com/office/officeart/2008/layout/LinedList"/>
    <dgm:cxn modelId="{F4956ABF-85CA-44B8-96E6-94599E9D0272}" srcId="{EDB502D0-4A54-4837-8B0F-4C0D7B516182}" destId="{D1847CE7-046B-4773-87D9-1566717157E8}" srcOrd="0" destOrd="0" parTransId="{C3137473-CA9D-4731-B1A0-3762DA4631BE}" sibTransId="{FA2BF6A4-3976-44E8-A248-4680BE7450A8}"/>
    <dgm:cxn modelId="{D187E9C4-BCCC-4FB2-9D85-5B110990845E}" srcId="{EDB502D0-4A54-4837-8B0F-4C0D7B516182}" destId="{D215A39C-65B0-45AA-B860-39A2836A284D}" srcOrd="1" destOrd="0" parTransId="{06EC8AED-B67E-4E1B-856C-BCBDB3597395}" sibTransId="{331B84B5-FCA8-40BE-B950-4A00B6244857}"/>
    <dgm:cxn modelId="{0B5FF0CE-1469-49B9-B7F0-F2F861771081}" type="presParOf" srcId="{C71F9AEA-D593-4584-9197-B55A0D56BFC4}" destId="{83B41D9B-4F14-4A11-BD3E-355E3461336C}" srcOrd="0" destOrd="0" presId="urn:microsoft.com/office/officeart/2008/layout/LinedList"/>
    <dgm:cxn modelId="{8F158D33-1A90-4653-B742-D2EA1CCEE6E9}" type="presParOf" srcId="{C71F9AEA-D593-4584-9197-B55A0D56BFC4}" destId="{17AF5E53-A2B5-4AF5-AAFC-054825FF8C6C}" srcOrd="1" destOrd="0" presId="urn:microsoft.com/office/officeart/2008/layout/LinedList"/>
    <dgm:cxn modelId="{A4139160-EFB4-4DA3-A8AE-949333F039B6}" type="presParOf" srcId="{17AF5E53-A2B5-4AF5-AAFC-054825FF8C6C}" destId="{A66E0299-9B98-4F17-B567-E3F9551F1286}" srcOrd="0" destOrd="0" presId="urn:microsoft.com/office/officeart/2008/layout/LinedList"/>
    <dgm:cxn modelId="{3FB78B26-5BC8-46FA-8BD7-8032104C2BB0}" type="presParOf" srcId="{17AF5E53-A2B5-4AF5-AAFC-054825FF8C6C}" destId="{7BEB6BF7-882A-435F-A25F-05B3C6C46362}" srcOrd="1" destOrd="0" presId="urn:microsoft.com/office/officeart/2008/layout/LinedList"/>
    <dgm:cxn modelId="{F77329FF-58C0-4976-A133-DD201EA5A8F6}" type="presParOf" srcId="{C71F9AEA-D593-4584-9197-B55A0D56BFC4}" destId="{B2DC6EEA-4D6A-4E0B-B9A0-FFE22B55CDC9}" srcOrd="2" destOrd="0" presId="urn:microsoft.com/office/officeart/2008/layout/LinedList"/>
    <dgm:cxn modelId="{A82D497B-04DC-4D01-B099-C8C144D23627}" type="presParOf" srcId="{C71F9AEA-D593-4584-9197-B55A0D56BFC4}" destId="{DC333152-DAE5-4554-9524-988769E2A587}" srcOrd="3" destOrd="0" presId="urn:microsoft.com/office/officeart/2008/layout/LinedList"/>
    <dgm:cxn modelId="{A82D2ED5-F5FB-47A6-94DD-D7F046EABA3C}" type="presParOf" srcId="{DC333152-DAE5-4554-9524-988769E2A587}" destId="{C759F505-936A-40F9-90E6-72BA7ADD743A}" srcOrd="0" destOrd="0" presId="urn:microsoft.com/office/officeart/2008/layout/LinedList"/>
    <dgm:cxn modelId="{46C43D4A-C8B6-449C-BC05-DA15A9C60EE8}" type="presParOf" srcId="{DC333152-DAE5-4554-9524-988769E2A587}" destId="{CB627127-DDE4-463C-AE8F-90229B1F97D1}" srcOrd="1" destOrd="0" presId="urn:microsoft.com/office/officeart/2008/layout/LinedList"/>
    <dgm:cxn modelId="{6AF3321E-6309-4888-8C1D-59A51CFB70FA}" type="presParOf" srcId="{C71F9AEA-D593-4584-9197-B55A0D56BFC4}" destId="{018FCEFA-627E-4592-A77F-F7F347E6046A}" srcOrd="4" destOrd="0" presId="urn:microsoft.com/office/officeart/2008/layout/LinedList"/>
    <dgm:cxn modelId="{D79E9E24-0ED0-4C84-9B87-646FAAD19FD6}" type="presParOf" srcId="{C71F9AEA-D593-4584-9197-B55A0D56BFC4}" destId="{63111B59-3A66-4464-8CEB-33B27485E26D}" srcOrd="5" destOrd="0" presId="urn:microsoft.com/office/officeart/2008/layout/LinedList"/>
    <dgm:cxn modelId="{4DA61E6E-357A-46F2-8557-6625C1CEE79E}" type="presParOf" srcId="{63111B59-3A66-4464-8CEB-33B27485E26D}" destId="{DDD72A52-AE6C-4468-ABCA-7130740DF5E8}" srcOrd="0" destOrd="0" presId="urn:microsoft.com/office/officeart/2008/layout/LinedList"/>
    <dgm:cxn modelId="{BB3472F2-6CFA-48B9-91B5-5F398E9F0389}" type="presParOf" srcId="{63111B59-3A66-4464-8CEB-33B27485E26D}" destId="{5B06DC5E-D627-45C9-9999-4FA8E899A63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47425C7-3C19-4919-854B-81BB69FDD4C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42A0A01-D775-4EDC-8DC4-5CA0BD96C568}">
      <dgm:prSet/>
      <dgm:spPr/>
      <dgm:t>
        <a:bodyPr/>
        <a:lstStyle/>
        <a:p>
          <a:r>
            <a:rPr lang="en-US" b="0" i="0" dirty="0"/>
            <a:t>Network Security:  </a:t>
          </a:r>
        </a:p>
        <a:p>
          <a:r>
            <a:rPr lang="en-US" b="0" i="0" dirty="0"/>
            <a:t>Antivirus, firewalls, and intrusion detection systems.</a:t>
          </a:r>
          <a:endParaRPr lang="en-US" dirty="0"/>
        </a:p>
      </dgm:t>
    </dgm:pt>
    <dgm:pt modelId="{6BDBAF42-4848-41AA-BE24-D47BEF140A48}" type="parTrans" cxnId="{2B882E54-AE25-41BD-A5B4-7CAAB601DC1C}">
      <dgm:prSet/>
      <dgm:spPr/>
      <dgm:t>
        <a:bodyPr/>
        <a:lstStyle/>
        <a:p>
          <a:endParaRPr lang="en-US"/>
        </a:p>
      </dgm:t>
    </dgm:pt>
    <dgm:pt modelId="{999757AE-3E7F-4DC0-A9C9-B7E392156E77}" type="sibTrans" cxnId="{2B882E54-AE25-41BD-A5B4-7CAAB601DC1C}">
      <dgm:prSet/>
      <dgm:spPr/>
      <dgm:t>
        <a:bodyPr/>
        <a:lstStyle/>
        <a:p>
          <a:endParaRPr lang="en-US"/>
        </a:p>
      </dgm:t>
    </dgm:pt>
    <dgm:pt modelId="{86C6BCCA-E7A3-4015-BC68-B51D3F92B2E9}">
      <dgm:prSet/>
      <dgm:spPr/>
      <dgm:t>
        <a:bodyPr/>
        <a:lstStyle/>
        <a:p>
          <a:r>
            <a:rPr lang="en-US" b="0" i="0" dirty="0"/>
            <a:t>Hardware Security: </a:t>
          </a:r>
        </a:p>
        <a:p>
          <a:r>
            <a:rPr lang="en-US" b="0" i="0" dirty="0"/>
            <a:t>Cryptography, isolation technologies, and trusted execution environments.</a:t>
          </a:r>
          <a:endParaRPr lang="en-US" dirty="0"/>
        </a:p>
      </dgm:t>
    </dgm:pt>
    <dgm:pt modelId="{3A7286B1-14E3-4687-99F5-D1B96A404A82}" type="parTrans" cxnId="{AC8100E0-8148-48F0-80C2-52C486FD35D1}">
      <dgm:prSet/>
      <dgm:spPr/>
      <dgm:t>
        <a:bodyPr/>
        <a:lstStyle/>
        <a:p>
          <a:endParaRPr lang="en-US"/>
        </a:p>
      </dgm:t>
    </dgm:pt>
    <dgm:pt modelId="{34AD368D-F3AD-4283-84AA-B200AE678A6B}" type="sibTrans" cxnId="{AC8100E0-8148-48F0-80C2-52C486FD35D1}">
      <dgm:prSet/>
      <dgm:spPr/>
      <dgm:t>
        <a:bodyPr/>
        <a:lstStyle/>
        <a:p>
          <a:endParaRPr lang="en-US"/>
        </a:p>
      </dgm:t>
    </dgm:pt>
    <dgm:pt modelId="{FFE7AE0C-8AE8-462A-834D-550F74F06E61}">
      <dgm:prSet/>
      <dgm:spPr/>
      <dgm:t>
        <a:bodyPr/>
        <a:lstStyle/>
        <a:p>
          <a:r>
            <a:rPr lang="en-US" b="0" i="0" dirty="0"/>
            <a:t>Hypervisor Security: </a:t>
          </a:r>
          <a:br>
            <a:rPr lang="en-US" b="0" i="0" dirty="0"/>
          </a:br>
          <a:r>
            <a:rPr lang="en-US" b="0" i="0" dirty="0"/>
            <a:t>Software and hardware isolation mechanisms, secure boot, and memory encryption.</a:t>
          </a:r>
          <a:endParaRPr lang="en-US" dirty="0"/>
        </a:p>
      </dgm:t>
    </dgm:pt>
    <dgm:pt modelId="{843503FC-64D5-4B4E-80FE-D398D00D41F5}" type="parTrans" cxnId="{39CA5397-A1AC-4356-88EF-A87ADB50F715}">
      <dgm:prSet/>
      <dgm:spPr/>
      <dgm:t>
        <a:bodyPr/>
        <a:lstStyle/>
        <a:p>
          <a:endParaRPr lang="en-US"/>
        </a:p>
      </dgm:t>
    </dgm:pt>
    <dgm:pt modelId="{E5D8D7B9-6EC8-49D6-9763-A6D06DD22288}" type="sibTrans" cxnId="{39CA5397-A1AC-4356-88EF-A87ADB50F715}">
      <dgm:prSet/>
      <dgm:spPr/>
      <dgm:t>
        <a:bodyPr/>
        <a:lstStyle/>
        <a:p>
          <a:endParaRPr lang="en-US"/>
        </a:p>
      </dgm:t>
    </dgm:pt>
    <dgm:pt modelId="{A46A85E9-2693-4B86-BB62-F32C8BD85E83}" type="pres">
      <dgm:prSet presAssocID="{B47425C7-3C19-4919-854B-81BB69FDD4CB}" presName="vert0" presStyleCnt="0">
        <dgm:presLayoutVars>
          <dgm:dir/>
          <dgm:animOne val="branch"/>
          <dgm:animLvl val="lvl"/>
        </dgm:presLayoutVars>
      </dgm:prSet>
      <dgm:spPr/>
    </dgm:pt>
    <dgm:pt modelId="{EA57963B-3205-4D4E-8D8D-E496368E5EFC}" type="pres">
      <dgm:prSet presAssocID="{942A0A01-D775-4EDC-8DC4-5CA0BD96C568}" presName="thickLine" presStyleLbl="alignNode1" presStyleIdx="0" presStyleCnt="3"/>
      <dgm:spPr/>
    </dgm:pt>
    <dgm:pt modelId="{4116CA48-8C37-458A-ABDE-47D2EC578FF3}" type="pres">
      <dgm:prSet presAssocID="{942A0A01-D775-4EDC-8DC4-5CA0BD96C568}" presName="horz1" presStyleCnt="0"/>
      <dgm:spPr/>
    </dgm:pt>
    <dgm:pt modelId="{D3573AB4-0B49-4151-A4D0-4FB6CC07C63C}" type="pres">
      <dgm:prSet presAssocID="{942A0A01-D775-4EDC-8DC4-5CA0BD96C568}" presName="tx1" presStyleLbl="revTx" presStyleIdx="0" presStyleCnt="3"/>
      <dgm:spPr/>
    </dgm:pt>
    <dgm:pt modelId="{5DC7D509-62DA-4AD4-8738-981FB1B46256}" type="pres">
      <dgm:prSet presAssocID="{942A0A01-D775-4EDC-8DC4-5CA0BD96C568}" presName="vert1" presStyleCnt="0"/>
      <dgm:spPr/>
    </dgm:pt>
    <dgm:pt modelId="{60CC0341-6D25-40BB-AE11-B68142E29F57}" type="pres">
      <dgm:prSet presAssocID="{86C6BCCA-E7A3-4015-BC68-B51D3F92B2E9}" presName="thickLine" presStyleLbl="alignNode1" presStyleIdx="1" presStyleCnt="3"/>
      <dgm:spPr/>
    </dgm:pt>
    <dgm:pt modelId="{39FA689B-2388-4359-BA0A-313BF5C86D96}" type="pres">
      <dgm:prSet presAssocID="{86C6BCCA-E7A3-4015-BC68-B51D3F92B2E9}" presName="horz1" presStyleCnt="0"/>
      <dgm:spPr/>
    </dgm:pt>
    <dgm:pt modelId="{066F744B-BB79-4426-BACB-818874E1A9BA}" type="pres">
      <dgm:prSet presAssocID="{86C6BCCA-E7A3-4015-BC68-B51D3F92B2E9}" presName="tx1" presStyleLbl="revTx" presStyleIdx="1" presStyleCnt="3"/>
      <dgm:spPr/>
    </dgm:pt>
    <dgm:pt modelId="{A9DF3A98-C9AD-4FEB-B451-E77672AC4394}" type="pres">
      <dgm:prSet presAssocID="{86C6BCCA-E7A3-4015-BC68-B51D3F92B2E9}" presName="vert1" presStyleCnt="0"/>
      <dgm:spPr/>
    </dgm:pt>
    <dgm:pt modelId="{E5018982-035A-442F-8C8D-AAB9953C9A45}" type="pres">
      <dgm:prSet presAssocID="{FFE7AE0C-8AE8-462A-834D-550F74F06E61}" presName="thickLine" presStyleLbl="alignNode1" presStyleIdx="2" presStyleCnt="3"/>
      <dgm:spPr/>
    </dgm:pt>
    <dgm:pt modelId="{9C46331F-660D-4EFC-93C9-1E403C56AF4E}" type="pres">
      <dgm:prSet presAssocID="{FFE7AE0C-8AE8-462A-834D-550F74F06E61}" presName="horz1" presStyleCnt="0"/>
      <dgm:spPr/>
    </dgm:pt>
    <dgm:pt modelId="{A9EA4B5B-426E-42EF-B9F9-77FF7ECCFABE}" type="pres">
      <dgm:prSet presAssocID="{FFE7AE0C-8AE8-462A-834D-550F74F06E61}" presName="tx1" presStyleLbl="revTx" presStyleIdx="2" presStyleCnt="3"/>
      <dgm:spPr/>
    </dgm:pt>
    <dgm:pt modelId="{1B2185E0-39AE-44B0-8824-D24571740E04}" type="pres">
      <dgm:prSet presAssocID="{FFE7AE0C-8AE8-462A-834D-550F74F06E61}" presName="vert1" presStyleCnt="0"/>
      <dgm:spPr/>
    </dgm:pt>
  </dgm:ptLst>
  <dgm:cxnLst>
    <dgm:cxn modelId="{FB710C3E-1FBD-4840-A739-6C609572EFE2}" type="presOf" srcId="{B47425C7-3C19-4919-854B-81BB69FDD4CB}" destId="{A46A85E9-2693-4B86-BB62-F32C8BD85E83}" srcOrd="0" destOrd="0" presId="urn:microsoft.com/office/officeart/2008/layout/LinedList"/>
    <dgm:cxn modelId="{E53D6B6E-9D0A-407C-AD7A-6C81F5F1D3EF}" type="presOf" srcId="{942A0A01-D775-4EDC-8DC4-5CA0BD96C568}" destId="{D3573AB4-0B49-4151-A4D0-4FB6CC07C63C}" srcOrd="0" destOrd="0" presId="urn:microsoft.com/office/officeart/2008/layout/LinedList"/>
    <dgm:cxn modelId="{2B882E54-AE25-41BD-A5B4-7CAAB601DC1C}" srcId="{B47425C7-3C19-4919-854B-81BB69FDD4CB}" destId="{942A0A01-D775-4EDC-8DC4-5CA0BD96C568}" srcOrd="0" destOrd="0" parTransId="{6BDBAF42-4848-41AA-BE24-D47BEF140A48}" sibTransId="{999757AE-3E7F-4DC0-A9C9-B7E392156E77}"/>
    <dgm:cxn modelId="{39CA5397-A1AC-4356-88EF-A87ADB50F715}" srcId="{B47425C7-3C19-4919-854B-81BB69FDD4CB}" destId="{FFE7AE0C-8AE8-462A-834D-550F74F06E61}" srcOrd="2" destOrd="0" parTransId="{843503FC-64D5-4B4E-80FE-D398D00D41F5}" sibTransId="{E5D8D7B9-6EC8-49D6-9763-A6D06DD22288}"/>
    <dgm:cxn modelId="{248191B3-AFC4-47C7-A4A2-B191D677D0A6}" type="presOf" srcId="{86C6BCCA-E7A3-4015-BC68-B51D3F92B2E9}" destId="{066F744B-BB79-4426-BACB-818874E1A9BA}" srcOrd="0" destOrd="0" presId="urn:microsoft.com/office/officeart/2008/layout/LinedList"/>
    <dgm:cxn modelId="{55C231DA-7643-4F4C-8F66-9FD306D722E9}" type="presOf" srcId="{FFE7AE0C-8AE8-462A-834D-550F74F06E61}" destId="{A9EA4B5B-426E-42EF-B9F9-77FF7ECCFABE}" srcOrd="0" destOrd="0" presId="urn:microsoft.com/office/officeart/2008/layout/LinedList"/>
    <dgm:cxn modelId="{AC8100E0-8148-48F0-80C2-52C486FD35D1}" srcId="{B47425C7-3C19-4919-854B-81BB69FDD4CB}" destId="{86C6BCCA-E7A3-4015-BC68-B51D3F92B2E9}" srcOrd="1" destOrd="0" parTransId="{3A7286B1-14E3-4687-99F5-D1B96A404A82}" sibTransId="{34AD368D-F3AD-4283-84AA-B200AE678A6B}"/>
    <dgm:cxn modelId="{C4313A74-4E6D-459A-8F44-91737C86A24C}" type="presParOf" srcId="{A46A85E9-2693-4B86-BB62-F32C8BD85E83}" destId="{EA57963B-3205-4D4E-8D8D-E496368E5EFC}" srcOrd="0" destOrd="0" presId="urn:microsoft.com/office/officeart/2008/layout/LinedList"/>
    <dgm:cxn modelId="{84F31BDB-0E78-4755-A48D-9D85C9F5B74C}" type="presParOf" srcId="{A46A85E9-2693-4B86-BB62-F32C8BD85E83}" destId="{4116CA48-8C37-458A-ABDE-47D2EC578FF3}" srcOrd="1" destOrd="0" presId="urn:microsoft.com/office/officeart/2008/layout/LinedList"/>
    <dgm:cxn modelId="{6A8EDF43-3E73-4B82-A839-F1C3C89CDE3C}" type="presParOf" srcId="{4116CA48-8C37-458A-ABDE-47D2EC578FF3}" destId="{D3573AB4-0B49-4151-A4D0-4FB6CC07C63C}" srcOrd="0" destOrd="0" presId="urn:microsoft.com/office/officeart/2008/layout/LinedList"/>
    <dgm:cxn modelId="{CFEB7579-807B-4A6D-A3F1-D6FC8A5D7FA4}" type="presParOf" srcId="{4116CA48-8C37-458A-ABDE-47D2EC578FF3}" destId="{5DC7D509-62DA-4AD4-8738-981FB1B46256}" srcOrd="1" destOrd="0" presId="urn:microsoft.com/office/officeart/2008/layout/LinedList"/>
    <dgm:cxn modelId="{8AB157F1-293C-4545-8631-74B4A57A981F}" type="presParOf" srcId="{A46A85E9-2693-4B86-BB62-F32C8BD85E83}" destId="{60CC0341-6D25-40BB-AE11-B68142E29F57}" srcOrd="2" destOrd="0" presId="urn:microsoft.com/office/officeart/2008/layout/LinedList"/>
    <dgm:cxn modelId="{B604AB57-4C1F-40E9-A6E9-EF39D9549C09}" type="presParOf" srcId="{A46A85E9-2693-4B86-BB62-F32C8BD85E83}" destId="{39FA689B-2388-4359-BA0A-313BF5C86D96}" srcOrd="3" destOrd="0" presId="urn:microsoft.com/office/officeart/2008/layout/LinedList"/>
    <dgm:cxn modelId="{792FD2C5-610A-442D-B362-0CCB356617FC}" type="presParOf" srcId="{39FA689B-2388-4359-BA0A-313BF5C86D96}" destId="{066F744B-BB79-4426-BACB-818874E1A9BA}" srcOrd="0" destOrd="0" presId="urn:microsoft.com/office/officeart/2008/layout/LinedList"/>
    <dgm:cxn modelId="{C7DFD3D8-5F92-49C2-8FB3-F6E3A402FA94}" type="presParOf" srcId="{39FA689B-2388-4359-BA0A-313BF5C86D96}" destId="{A9DF3A98-C9AD-4FEB-B451-E77672AC4394}" srcOrd="1" destOrd="0" presId="urn:microsoft.com/office/officeart/2008/layout/LinedList"/>
    <dgm:cxn modelId="{15985F40-F006-4F3B-A8CA-01EEB45D0AB6}" type="presParOf" srcId="{A46A85E9-2693-4B86-BB62-F32C8BD85E83}" destId="{E5018982-035A-442F-8C8D-AAB9953C9A45}" srcOrd="4" destOrd="0" presId="urn:microsoft.com/office/officeart/2008/layout/LinedList"/>
    <dgm:cxn modelId="{4218830C-8382-4C13-8BB9-0A80F8A7A7FE}" type="presParOf" srcId="{A46A85E9-2693-4B86-BB62-F32C8BD85E83}" destId="{9C46331F-660D-4EFC-93C9-1E403C56AF4E}" srcOrd="5" destOrd="0" presId="urn:microsoft.com/office/officeart/2008/layout/LinedList"/>
    <dgm:cxn modelId="{53EE86AE-C025-4F32-9FA1-028A170CC48C}" type="presParOf" srcId="{9C46331F-660D-4EFC-93C9-1E403C56AF4E}" destId="{A9EA4B5B-426E-42EF-B9F9-77FF7ECCFABE}" srcOrd="0" destOrd="0" presId="urn:microsoft.com/office/officeart/2008/layout/LinedList"/>
    <dgm:cxn modelId="{A54B1F37-D7DB-46C3-AFFE-AD7A92D5DD36}" type="presParOf" srcId="{9C46331F-660D-4EFC-93C9-1E403C56AF4E}" destId="{1B2185E0-39AE-44B0-8824-D24571740E04}"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53A263-7E57-4F94-822F-D07C0009B0C0}" type="doc">
      <dgm:prSet loTypeId="urn:microsoft.com/office/officeart/2005/8/layout/hierarchy2" loCatId="hierarchy" qsTypeId="urn:microsoft.com/office/officeart/2005/8/quickstyle/simple5" qsCatId="simple" csTypeId="urn:microsoft.com/office/officeart/2005/8/colors/accent3_2" csCatId="accent3"/>
      <dgm:spPr/>
      <dgm:t>
        <a:bodyPr/>
        <a:lstStyle/>
        <a:p>
          <a:endParaRPr lang="en-US"/>
        </a:p>
      </dgm:t>
    </dgm:pt>
    <dgm:pt modelId="{78CF62F4-F853-4EB6-ABE7-0EDFED49494A}">
      <dgm:prSet/>
      <dgm:spPr/>
      <dgm:t>
        <a:bodyPr/>
        <a:lstStyle/>
        <a:p>
          <a:r>
            <a:rPr lang="en-UG"/>
            <a:t>Automation and Optimization with ML</a:t>
          </a:r>
          <a:endParaRPr lang="en-US"/>
        </a:p>
      </dgm:t>
    </dgm:pt>
    <dgm:pt modelId="{50641DB4-DF51-438F-A174-46FFD1970414}" type="parTrans" cxnId="{E58D1291-8AB9-46DB-9906-A30E86DAFE0A}">
      <dgm:prSet/>
      <dgm:spPr/>
      <dgm:t>
        <a:bodyPr/>
        <a:lstStyle/>
        <a:p>
          <a:endParaRPr lang="en-US"/>
        </a:p>
      </dgm:t>
    </dgm:pt>
    <dgm:pt modelId="{C182E6C2-86A6-496B-A76D-DA3FE8B0E221}" type="sibTrans" cxnId="{E58D1291-8AB9-46DB-9906-A30E86DAFE0A}">
      <dgm:prSet/>
      <dgm:spPr/>
      <dgm:t>
        <a:bodyPr/>
        <a:lstStyle/>
        <a:p>
          <a:endParaRPr lang="en-US"/>
        </a:p>
      </dgm:t>
    </dgm:pt>
    <dgm:pt modelId="{59C2BDE9-C215-4759-8893-954AC371C216}">
      <dgm:prSet/>
      <dgm:spPr/>
      <dgm:t>
        <a:bodyPr/>
        <a:lstStyle/>
        <a:p>
          <a:r>
            <a:rPr lang="en-UG"/>
            <a:t>Key Points:</a:t>
          </a:r>
          <a:endParaRPr lang="en-US"/>
        </a:p>
      </dgm:t>
    </dgm:pt>
    <dgm:pt modelId="{02CE78F8-A6E6-4C94-B4E1-61985FD456A7}" type="parTrans" cxnId="{5AC830E7-DA0C-48CA-BB1C-7ECDB91FCCA9}">
      <dgm:prSet/>
      <dgm:spPr/>
      <dgm:t>
        <a:bodyPr/>
        <a:lstStyle/>
        <a:p>
          <a:endParaRPr lang="en-US"/>
        </a:p>
      </dgm:t>
    </dgm:pt>
    <dgm:pt modelId="{8445D036-D4CA-4C0E-8D11-890B2A88AA6B}" type="sibTrans" cxnId="{5AC830E7-DA0C-48CA-BB1C-7ECDB91FCCA9}">
      <dgm:prSet/>
      <dgm:spPr/>
      <dgm:t>
        <a:bodyPr/>
        <a:lstStyle/>
        <a:p>
          <a:endParaRPr lang="en-US"/>
        </a:p>
      </dgm:t>
    </dgm:pt>
    <dgm:pt modelId="{8D578616-2BAE-4A53-A353-7773FB4BA50E}">
      <dgm:prSet/>
      <dgm:spPr/>
      <dgm:t>
        <a:bodyPr/>
        <a:lstStyle/>
        <a:p>
          <a:r>
            <a:rPr lang="en-UG"/>
            <a:t>ML algorithms for automation and optimization in cloud computing.</a:t>
          </a:r>
          <a:endParaRPr lang="en-US"/>
        </a:p>
      </dgm:t>
    </dgm:pt>
    <dgm:pt modelId="{CD8FACA6-8558-42BF-9B50-73BE17406769}" type="parTrans" cxnId="{A719FDFE-F359-4690-A7E2-AABDBC16E09B}">
      <dgm:prSet/>
      <dgm:spPr/>
      <dgm:t>
        <a:bodyPr/>
        <a:lstStyle/>
        <a:p>
          <a:endParaRPr lang="en-US"/>
        </a:p>
      </dgm:t>
    </dgm:pt>
    <dgm:pt modelId="{C0D58CE0-FDED-4174-8640-06FB491112A1}" type="sibTrans" cxnId="{A719FDFE-F359-4690-A7E2-AABDBC16E09B}">
      <dgm:prSet/>
      <dgm:spPr/>
      <dgm:t>
        <a:bodyPr/>
        <a:lstStyle/>
        <a:p>
          <a:endParaRPr lang="en-US"/>
        </a:p>
      </dgm:t>
    </dgm:pt>
    <dgm:pt modelId="{7DA82C1D-4392-4BF2-BB56-4CA16F1299EB}">
      <dgm:prSet/>
      <dgm:spPr/>
      <dgm:t>
        <a:bodyPr/>
        <a:lstStyle/>
        <a:p>
          <a:r>
            <a:rPr lang="en-UG"/>
            <a:t>Example: Intelligent threat detection and classification improving security.</a:t>
          </a:r>
          <a:endParaRPr lang="en-US"/>
        </a:p>
      </dgm:t>
    </dgm:pt>
    <dgm:pt modelId="{3165F4F1-520E-4FF6-826E-314A0F1104F2}" type="parTrans" cxnId="{E56B9CC9-1FC4-4264-91B8-D6EE69173313}">
      <dgm:prSet/>
      <dgm:spPr/>
      <dgm:t>
        <a:bodyPr/>
        <a:lstStyle/>
        <a:p>
          <a:endParaRPr lang="en-US"/>
        </a:p>
      </dgm:t>
    </dgm:pt>
    <dgm:pt modelId="{4F3AC173-DC0C-4A94-9216-CB687739E0D0}" type="sibTrans" cxnId="{E56B9CC9-1FC4-4264-91B8-D6EE69173313}">
      <dgm:prSet/>
      <dgm:spPr/>
      <dgm:t>
        <a:bodyPr/>
        <a:lstStyle/>
        <a:p>
          <a:endParaRPr lang="en-US"/>
        </a:p>
      </dgm:t>
    </dgm:pt>
    <dgm:pt modelId="{CD93212C-DD67-4585-BD45-9F3B995EADD0}">
      <dgm:prSet/>
      <dgm:spPr/>
      <dgm:t>
        <a:bodyPr/>
        <a:lstStyle/>
        <a:p>
          <a:r>
            <a:rPr lang="en-UG"/>
            <a:t>Automation of resource allocation and decision-making processes.</a:t>
          </a:r>
          <a:endParaRPr lang="en-US"/>
        </a:p>
      </dgm:t>
    </dgm:pt>
    <dgm:pt modelId="{1C067469-6745-4535-A7D9-AAB62F6865EE}" type="parTrans" cxnId="{A32FF0D7-AA54-4CE7-B3A4-2586CC36CACD}">
      <dgm:prSet/>
      <dgm:spPr/>
      <dgm:t>
        <a:bodyPr/>
        <a:lstStyle/>
        <a:p>
          <a:endParaRPr lang="en-US"/>
        </a:p>
      </dgm:t>
    </dgm:pt>
    <dgm:pt modelId="{43727565-0A97-43F7-912F-7E23F3E4984F}" type="sibTrans" cxnId="{A32FF0D7-AA54-4CE7-B3A4-2586CC36CACD}">
      <dgm:prSet/>
      <dgm:spPr/>
      <dgm:t>
        <a:bodyPr/>
        <a:lstStyle/>
        <a:p>
          <a:endParaRPr lang="en-US"/>
        </a:p>
      </dgm:t>
    </dgm:pt>
    <dgm:pt modelId="{00C8BD23-141B-4B54-ACED-3BB297E9E8A6}" type="pres">
      <dgm:prSet presAssocID="{AA53A263-7E57-4F94-822F-D07C0009B0C0}" presName="diagram" presStyleCnt="0">
        <dgm:presLayoutVars>
          <dgm:chPref val="1"/>
          <dgm:dir/>
          <dgm:animOne val="branch"/>
          <dgm:animLvl val="lvl"/>
          <dgm:resizeHandles val="exact"/>
        </dgm:presLayoutVars>
      </dgm:prSet>
      <dgm:spPr/>
    </dgm:pt>
    <dgm:pt modelId="{2D52F578-F7EC-42D5-AD0D-4E5A07C1E65A}" type="pres">
      <dgm:prSet presAssocID="{78CF62F4-F853-4EB6-ABE7-0EDFED49494A}" presName="root1" presStyleCnt="0"/>
      <dgm:spPr/>
    </dgm:pt>
    <dgm:pt modelId="{D884B607-D82C-4664-B870-D14637F4F9E7}" type="pres">
      <dgm:prSet presAssocID="{78CF62F4-F853-4EB6-ABE7-0EDFED49494A}" presName="LevelOneTextNode" presStyleLbl="node0" presStyleIdx="0" presStyleCnt="1">
        <dgm:presLayoutVars>
          <dgm:chPref val="3"/>
        </dgm:presLayoutVars>
      </dgm:prSet>
      <dgm:spPr/>
    </dgm:pt>
    <dgm:pt modelId="{1E128577-A574-40EC-9DDC-43220C52E8C3}" type="pres">
      <dgm:prSet presAssocID="{78CF62F4-F853-4EB6-ABE7-0EDFED49494A}" presName="level2hierChild" presStyleCnt="0"/>
      <dgm:spPr/>
    </dgm:pt>
    <dgm:pt modelId="{BBAC766B-0E6C-472B-B9E4-8FC133F2D63C}" type="pres">
      <dgm:prSet presAssocID="{02CE78F8-A6E6-4C94-B4E1-61985FD456A7}" presName="conn2-1" presStyleLbl="parChTrans1D2" presStyleIdx="0" presStyleCnt="1"/>
      <dgm:spPr/>
    </dgm:pt>
    <dgm:pt modelId="{18659376-0546-452E-BB35-2D976BC75854}" type="pres">
      <dgm:prSet presAssocID="{02CE78F8-A6E6-4C94-B4E1-61985FD456A7}" presName="connTx" presStyleLbl="parChTrans1D2" presStyleIdx="0" presStyleCnt="1"/>
      <dgm:spPr/>
    </dgm:pt>
    <dgm:pt modelId="{23848A48-3EC8-4B25-AAC2-989102D8ABE7}" type="pres">
      <dgm:prSet presAssocID="{59C2BDE9-C215-4759-8893-954AC371C216}" presName="root2" presStyleCnt="0"/>
      <dgm:spPr/>
    </dgm:pt>
    <dgm:pt modelId="{DEF8CFBD-C3A3-4514-828A-C08318725B55}" type="pres">
      <dgm:prSet presAssocID="{59C2BDE9-C215-4759-8893-954AC371C216}" presName="LevelTwoTextNode" presStyleLbl="node2" presStyleIdx="0" presStyleCnt="1">
        <dgm:presLayoutVars>
          <dgm:chPref val="3"/>
        </dgm:presLayoutVars>
      </dgm:prSet>
      <dgm:spPr/>
    </dgm:pt>
    <dgm:pt modelId="{0ADBE5EC-280F-4648-A8AA-C415364C5C54}" type="pres">
      <dgm:prSet presAssocID="{59C2BDE9-C215-4759-8893-954AC371C216}" presName="level3hierChild" presStyleCnt="0"/>
      <dgm:spPr/>
    </dgm:pt>
    <dgm:pt modelId="{12DE3263-838B-4E93-B587-D92CE754927A}" type="pres">
      <dgm:prSet presAssocID="{CD8FACA6-8558-42BF-9B50-73BE17406769}" presName="conn2-1" presStyleLbl="parChTrans1D3" presStyleIdx="0" presStyleCnt="3"/>
      <dgm:spPr/>
    </dgm:pt>
    <dgm:pt modelId="{CE1FDE1E-9E5E-45D6-B101-2D98CCC18704}" type="pres">
      <dgm:prSet presAssocID="{CD8FACA6-8558-42BF-9B50-73BE17406769}" presName="connTx" presStyleLbl="parChTrans1D3" presStyleIdx="0" presStyleCnt="3"/>
      <dgm:spPr/>
    </dgm:pt>
    <dgm:pt modelId="{D3966BA5-3CA2-473B-AC3D-5D105EC252F6}" type="pres">
      <dgm:prSet presAssocID="{8D578616-2BAE-4A53-A353-7773FB4BA50E}" presName="root2" presStyleCnt="0"/>
      <dgm:spPr/>
    </dgm:pt>
    <dgm:pt modelId="{F2AE8A6C-3531-4211-833F-8071B6BFCC5B}" type="pres">
      <dgm:prSet presAssocID="{8D578616-2BAE-4A53-A353-7773FB4BA50E}" presName="LevelTwoTextNode" presStyleLbl="node3" presStyleIdx="0" presStyleCnt="3">
        <dgm:presLayoutVars>
          <dgm:chPref val="3"/>
        </dgm:presLayoutVars>
      </dgm:prSet>
      <dgm:spPr/>
    </dgm:pt>
    <dgm:pt modelId="{74B7F2B1-A3E0-40D8-AD75-D7F48919C452}" type="pres">
      <dgm:prSet presAssocID="{8D578616-2BAE-4A53-A353-7773FB4BA50E}" presName="level3hierChild" presStyleCnt="0"/>
      <dgm:spPr/>
    </dgm:pt>
    <dgm:pt modelId="{90168F8B-6273-4F4C-B108-78A3F73A3D23}" type="pres">
      <dgm:prSet presAssocID="{3165F4F1-520E-4FF6-826E-314A0F1104F2}" presName="conn2-1" presStyleLbl="parChTrans1D3" presStyleIdx="1" presStyleCnt="3"/>
      <dgm:spPr/>
    </dgm:pt>
    <dgm:pt modelId="{37371EBB-C2B4-4152-80F7-3C79A72F12EC}" type="pres">
      <dgm:prSet presAssocID="{3165F4F1-520E-4FF6-826E-314A0F1104F2}" presName="connTx" presStyleLbl="parChTrans1D3" presStyleIdx="1" presStyleCnt="3"/>
      <dgm:spPr/>
    </dgm:pt>
    <dgm:pt modelId="{7CC13CE6-607A-428F-A845-340F6569637B}" type="pres">
      <dgm:prSet presAssocID="{7DA82C1D-4392-4BF2-BB56-4CA16F1299EB}" presName="root2" presStyleCnt="0"/>
      <dgm:spPr/>
    </dgm:pt>
    <dgm:pt modelId="{F61B590F-EF9F-4147-8DFE-3FF936D12764}" type="pres">
      <dgm:prSet presAssocID="{7DA82C1D-4392-4BF2-BB56-4CA16F1299EB}" presName="LevelTwoTextNode" presStyleLbl="node3" presStyleIdx="1" presStyleCnt="3">
        <dgm:presLayoutVars>
          <dgm:chPref val="3"/>
        </dgm:presLayoutVars>
      </dgm:prSet>
      <dgm:spPr/>
    </dgm:pt>
    <dgm:pt modelId="{94376A24-EFA9-4CAE-8347-58647B6734D6}" type="pres">
      <dgm:prSet presAssocID="{7DA82C1D-4392-4BF2-BB56-4CA16F1299EB}" presName="level3hierChild" presStyleCnt="0"/>
      <dgm:spPr/>
    </dgm:pt>
    <dgm:pt modelId="{5B9E744D-6F07-4605-A344-E2BB93D0A0A7}" type="pres">
      <dgm:prSet presAssocID="{1C067469-6745-4535-A7D9-AAB62F6865EE}" presName="conn2-1" presStyleLbl="parChTrans1D3" presStyleIdx="2" presStyleCnt="3"/>
      <dgm:spPr/>
    </dgm:pt>
    <dgm:pt modelId="{AB6233D7-B82A-4D02-8997-E14C754141D3}" type="pres">
      <dgm:prSet presAssocID="{1C067469-6745-4535-A7D9-AAB62F6865EE}" presName="connTx" presStyleLbl="parChTrans1D3" presStyleIdx="2" presStyleCnt="3"/>
      <dgm:spPr/>
    </dgm:pt>
    <dgm:pt modelId="{00B9D14D-E7A4-4903-8B8E-739F0B022035}" type="pres">
      <dgm:prSet presAssocID="{CD93212C-DD67-4585-BD45-9F3B995EADD0}" presName="root2" presStyleCnt="0"/>
      <dgm:spPr/>
    </dgm:pt>
    <dgm:pt modelId="{55E04FC4-DF14-4754-A8CC-C78E4C4266EB}" type="pres">
      <dgm:prSet presAssocID="{CD93212C-DD67-4585-BD45-9F3B995EADD0}" presName="LevelTwoTextNode" presStyleLbl="node3" presStyleIdx="2" presStyleCnt="3">
        <dgm:presLayoutVars>
          <dgm:chPref val="3"/>
        </dgm:presLayoutVars>
      </dgm:prSet>
      <dgm:spPr/>
    </dgm:pt>
    <dgm:pt modelId="{1F02A4E0-0D5C-4ECF-A4C2-063CFDCBEFFB}" type="pres">
      <dgm:prSet presAssocID="{CD93212C-DD67-4585-BD45-9F3B995EADD0}" presName="level3hierChild" presStyleCnt="0"/>
      <dgm:spPr/>
    </dgm:pt>
  </dgm:ptLst>
  <dgm:cxnLst>
    <dgm:cxn modelId="{BAFE4A01-B8DC-4A77-98E7-8D3D568AF051}" type="presOf" srcId="{59C2BDE9-C215-4759-8893-954AC371C216}" destId="{DEF8CFBD-C3A3-4514-828A-C08318725B55}" srcOrd="0" destOrd="0" presId="urn:microsoft.com/office/officeart/2005/8/layout/hierarchy2"/>
    <dgm:cxn modelId="{199E6E04-68A6-4EC4-BCCE-42611F9C580B}" type="presOf" srcId="{CD93212C-DD67-4585-BD45-9F3B995EADD0}" destId="{55E04FC4-DF14-4754-A8CC-C78E4C4266EB}" srcOrd="0" destOrd="0" presId="urn:microsoft.com/office/officeart/2005/8/layout/hierarchy2"/>
    <dgm:cxn modelId="{37F3E006-EC41-4EC8-A7E3-A1C7EAA352C0}" type="presOf" srcId="{78CF62F4-F853-4EB6-ABE7-0EDFED49494A}" destId="{D884B607-D82C-4664-B870-D14637F4F9E7}" srcOrd="0" destOrd="0" presId="urn:microsoft.com/office/officeart/2005/8/layout/hierarchy2"/>
    <dgm:cxn modelId="{D42DF737-4CCC-4536-BFD8-E9BBA23F5C32}" type="presOf" srcId="{1C067469-6745-4535-A7D9-AAB62F6865EE}" destId="{AB6233D7-B82A-4D02-8997-E14C754141D3}" srcOrd="1" destOrd="0" presId="urn:microsoft.com/office/officeart/2005/8/layout/hierarchy2"/>
    <dgm:cxn modelId="{FF3CDC3F-A87D-4C10-93CD-E58BA5B4DF38}" type="presOf" srcId="{8D578616-2BAE-4A53-A353-7773FB4BA50E}" destId="{F2AE8A6C-3531-4211-833F-8071B6BFCC5B}" srcOrd="0" destOrd="0" presId="urn:microsoft.com/office/officeart/2005/8/layout/hierarchy2"/>
    <dgm:cxn modelId="{ADAAA55A-11EC-41F5-8C9B-5C4A9081F57D}" type="presOf" srcId="{02CE78F8-A6E6-4C94-B4E1-61985FD456A7}" destId="{BBAC766B-0E6C-472B-B9E4-8FC133F2D63C}" srcOrd="0" destOrd="0" presId="urn:microsoft.com/office/officeart/2005/8/layout/hierarchy2"/>
    <dgm:cxn modelId="{54C9CC7A-AD1E-4872-8D6C-A574B9931524}" type="presOf" srcId="{1C067469-6745-4535-A7D9-AAB62F6865EE}" destId="{5B9E744D-6F07-4605-A344-E2BB93D0A0A7}" srcOrd="0" destOrd="0" presId="urn:microsoft.com/office/officeart/2005/8/layout/hierarchy2"/>
    <dgm:cxn modelId="{4182F888-0360-4524-9E3E-C11CF2A842AF}" type="presOf" srcId="{02CE78F8-A6E6-4C94-B4E1-61985FD456A7}" destId="{18659376-0546-452E-BB35-2D976BC75854}" srcOrd="1" destOrd="0" presId="urn:microsoft.com/office/officeart/2005/8/layout/hierarchy2"/>
    <dgm:cxn modelId="{01C8538B-F25C-455E-898A-176D942B2619}" type="presOf" srcId="{3165F4F1-520E-4FF6-826E-314A0F1104F2}" destId="{37371EBB-C2B4-4152-80F7-3C79A72F12EC}" srcOrd="1" destOrd="0" presId="urn:microsoft.com/office/officeart/2005/8/layout/hierarchy2"/>
    <dgm:cxn modelId="{E58D1291-8AB9-46DB-9906-A30E86DAFE0A}" srcId="{AA53A263-7E57-4F94-822F-D07C0009B0C0}" destId="{78CF62F4-F853-4EB6-ABE7-0EDFED49494A}" srcOrd="0" destOrd="0" parTransId="{50641DB4-DF51-438F-A174-46FFD1970414}" sibTransId="{C182E6C2-86A6-496B-A76D-DA3FE8B0E221}"/>
    <dgm:cxn modelId="{8BB27596-23DC-41B4-B09B-B0A805E0588A}" type="presOf" srcId="{3165F4F1-520E-4FF6-826E-314A0F1104F2}" destId="{90168F8B-6273-4F4C-B108-78A3F73A3D23}" srcOrd="0" destOrd="0" presId="urn:microsoft.com/office/officeart/2005/8/layout/hierarchy2"/>
    <dgm:cxn modelId="{17D57FB9-2650-43CF-8909-75DD3EA72148}" type="presOf" srcId="{AA53A263-7E57-4F94-822F-D07C0009B0C0}" destId="{00C8BD23-141B-4B54-ACED-3BB297E9E8A6}" srcOrd="0" destOrd="0" presId="urn:microsoft.com/office/officeart/2005/8/layout/hierarchy2"/>
    <dgm:cxn modelId="{E56B9CC9-1FC4-4264-91B8-D6EE69173313}" srcId="{59C2BDE9-C215-4759-8893-954AC371C216}" destId="{7DA82C1D-4392-4BF2-BB56-4CA16F1299EB}" srcOrd="1" destOrd="0" parTransId="{3165F4F1-520E-4FF6-826E-314A0F1104F2}" sibTransId="{4F3AC173-DC0C-4A94-9216-CB687739E0D0}"/>
    <dgm:cxn modelId="{A32FF0D7-AA54-4CE7-B3A4-2586CC36CACD}" srcId="{59C2BDE9-C215-4759-8893-954AC371C216}" destId="{CD93212C-DD67-4585-BD45-9F3B995EADD0}" srcOrd="2" destOrd="0" parTransId="{1C067469-6745-4535-A7D9-AAB62F6865EE}" sibTransId="{43727565-0A97-43F7-912F-7E23F3E4984F}"/>
    <dgm:cxn modelId="{7C35F1DF-69B6-4496-AEE2-33C9B775E02B}" type="presOf" srcId="{CD8FACA6-8558-42BF-9B50-73BE17406769}" destId="{12DE3263-838B-4E93-B587-D92CE754927A}" srcOrd="0" destOrd="0" presId="urn:microsoft.com/office/officeart/2005/8/layout/hierarchy2"/>
    <dgm:cxn modelId="{5AC830E7-DA0C-48CA-BB1C-7ECDB91FCCA9}" srcId="{78CF62F4-F853-4EB6-ABE7-0EDFED49494A}" destId="{59C2BDE9-C215-4759-8893-954AC371C216}" srcOrd="0" destOrd="0" parTransId="{02CE78F8-A6E6-4C94-B4E1-61985FD456A7}" sibTransId="{8445D036-D4CA-4C0E-8D11-890B2A88AA6B}"/>
    <dgm:cxn modelId="{184BB4ED-B88A-47E1-94FB-BC0EFAC7EA12}" type="presOf" srcId="{7DA82C1D-4392-4BF2-BB56-4CA16F1299EB}" destId="{F61B590F-EF9F-4147-8DFE-3FF936D12764}" srcOrd="0" destOrd="0" presId="urn:microsoft.com/office/officeart/2005/8/layout/hierarchy2"/>
    <dgm:cxn modelId="{BC1B41F9-0BC2-4B51-8184-608D795478D5}" type="presOf" srcId="{CD8FACA6-8558-42BF-9B50-73BE17406769}" destId="{CE1FDE1E-9E5E-45D6-B101-2D98CCC18704}" srcOrd="1" destOrd="0" presId="urn:microsoft.com/office/officeart/2005/8/layout/hierarchy2"/>
    <dgm:cxn modelId="{A719FDFE-F359-4690-A7E2-AABDBC16E09B}" srcId="{59C2BDE9-C215-4759-8893-954AC371C216}" destId="{8D578616-2BAE-4A53-A353-7773FB4BA50E}" srcOrd="0" destOrd="0" parTransId="{CD8FACA6-8558-42BF-9B50-73BE17406769}" sibTransId="{C0D58CE0-FDED-4174-8640-06FB491112A1}"/>
    <dgm:cxn modelId="{0B40BB15-CA95-402D-81C6-506B47D8BAA1}" type="presParOf" srcId="{00C8BD23-141B-4B54-ACED-3BB297E9E8A6}" destId="{2D52F578-F7EC-42D5-AD0D-4E5A07C1E65A}" srcOrd="0" destOrd="0" presId="urn:microsoft.com/office/officeart/2005/8/layout/hierarchy2"/>
    <dgm:cxn modelId="{D7F21EDF-8AEE-423A-8E9C-CA6E67E1DFEE}" type="presParOf" srcId="{2D52F578-F7EC-42D5-AD0D-4E5A07C1E65A}" destId="{D884B607-D82C-4664-B870-D14637F4F9E7}" srcOrd="0" destOrd="0" presId="urn:microsoft.com/office/officeart/2005/8/layout/hierarchy2"/>
    <dgm:cxn modelId="{71356422-D4F9-4036-9665-5504BB4A3DA4}" type="presParOf" srcId="{2D52F578-F7EC-42D5-AD0D-4E5A07C1E65A}" destId="{1E128577-A574-40EC-9DDC-43220C52E8C3}" srcOrd="1" destOrd="0" presId="urn:microsoft.com/office/officeart/2005/8/layout/hierarchy2"/>
    <dgm:cxn modelId="{D3112013-21EE-49AB-BAD0-58987BE68C45}" type="presParOf" srcId="{1E128577-A574-40EC-9DDC-43220C52E8C3}" destId="{BBAC766B-0E6C-472B-B9E4-8FC133F2D63C}" srcOrd="0" destOrd="0" presId="urn:microsoft.com/office/officeart/2005/8/layout/hierarchy2"/>
    <dgm:cxn modelId="{32D4B998-CDAE-440F-8866-C12E4BD57C7D}" type="presParOf" srcId="{BBAC766B-0E6C-472B-B9E4-8FC133F2D63C}" destId="{18659376-0546-452E-BB35-2D976BC75854}" srcOrd="0" destOrd="0" presId="urn:microsoft.com/office/officeart/2005/8/layout/hierarchy2"/>
    <dgm:cxn modelId="{AB690240-6BD3-4C34-B5E5-F59BAD2243C5}" type="presParOf" srcId="{1E128577-A574-40EC-9DDC-43220C52E8C3}" destId="{23848A48-3EC8-4B25-AAC2-989102D8ABE7}" srcOrd="1" destOrd="0" presId="urn:microsoft.com/office/officeart/2005/8/layout/hierarchy2"/>
    <dgm:cxn modelId="{1DDB7EA2-4CD3-4E81-B6E5-596B5CFFE419}" type="presParOf" srcId="{23848A48-3EC8-4B25-AAC2-989102D8ABE7}" destId="{DEF8CFBD-C3A3-4514-828A-C08318725B55}" srcOrd="0" destOrd="0" presId="urn:microsoft.com/office/officeart/2005/8/layout/hierarchy2"/>
    <dgm:cxn modelId="{FAC7A22E-480B-4575-A3FE-AB2E33B0C040}" type="presParOf" srcId="{23848A48-3EC8-4B25-AAC2-989102D8ABE7}" destId="{0ADBE5EC-280F-4648-A8AA-C415364C5C54}" srcOrd="1" destOrd="0" presId="urn:microsoft.com/office/officeart/2005/8/layout/hierarchy2"/>
    <dgm:cxn modelId="{3F913541-213B-43C8-9807-B086E4CD89CE}" type="presParOf" srcId="{0ADBE5EC-280F-4648-A8AA-C415364C5C54}" destId="{12DE3263-838B-4E93-B587-D92CE754927A}" srcOrd="0" destOrd="0" presId="urn:microsoft.com/office/officeart/2005/8/layout/hierarchy2"/>
    <dgm:cxn modelId="{D51043EF-3110-4234-94FE-EC9DACDDD695}" type="presParOf" srcId="{12DE3263-838B-4E93-B587-D92CE754927A}" destId="{CE1FDE1E-9E5E-45D6-B101-2D98CCC18704}" srcOrd="0" destOrd="0" presId="urn:microsoft.com/office/officeart/2005/8/layout/hierarchy2"/>
    <dgm:cxn modelId="{DDFE93D7-832A-43A5-A405-524C347271A9}" type="presParOf" srcId="{0ADBE5EC-280F-4648-A8AA-C415364C5C54}" destId="{D3966BA5-3CA2-473B-AC3D-5D105EC252F6}" srcOrd="1" destOrd="0" presId="urn:microsoft.com/office/officeart/2005/8/layout/hierarchy2"/>
    <dgm:cxn modelId="{45A28811-AED1-47AF-98BA-FF2199DC4C40}" type="presParOf" srcId="{D3966BA5-3CA2-473B-AC3D-5D105EC252F6}" destId="{F2AE8A6C-3531-4211-833F-8071B6BFCC5B}" srcOrd="0" destOrd="0" presId="urn:microsoft.com/office/officeart/2005/8/layout/hierarchy2"/>
    <dgm:cxn modelId="{FAF9CE45-79C8-4153-BA84-8AEF884C8F47}" type="presParOf" srcId="{D3966BA5-3CA2-473B-AC3D-5D105EC252F6}" destId="{74B7F2B1-A3E0-40D8-AD75-D7F48919C452}" srcOrd="1" destOrd="0" presId="urn:microsoft.com/office/officeart/2005/8/layout/hierarchy2"/>
    <dgm:cxn modelId="{48B847D7-CC53-4F60-B355-813686D0BB96}" type="presParOf" srcId="{0ADBE5EC-280F-4648-A8AA-C415364C5C54}" destId="{90168F8B-6273-4F4C-B108-78A3F73A3D23}" srcOrd="2" destOrd="0" presId="urn:microsoft.com/office/officeart/2005/8/layout/hierarchy2"/>
    <dgm:cxn modelId="{E4E6153D-AF6B-4A09-96F3-A8700BC762AA}" type="presParOf" srcId="{90168F8B-6273-4F4C-B108-78A3F73A3D23}" destId="{37371EBB-C2B4-4152-80F7-3C79A72F12EC}" srcOrd="0" destOrd="0" presId="urn:microsoft.com/office/officeart/2005/8/layout/hierarchy2"/>
    <dgm:cxn modelId="{DFD60125-33E4-45D5-BCCA-8F86A28EECC3}" type="presParOf" srcId="{0ADBE5EC-280F-4648-A8AA-C415364C5C54}" destId="{7CC13CE6-607A-428F-A845-340F6569637B}" srcOrd="3" destOrd="0" presId="urn:microsoft.com/office/officeart/2005/8/layout/hierarchy2"/>
    <dgm:cxn modelId="{18A53F8F-EB4F-4D1F-96EC-FEE08B548B97}" type="presParOf" srcId="{7CC13CE6-607A-428F-A845-340F6569637B}" destId="{F61B590F-EF9F-4147-8DFE-3FF936D12764}" srcOrd="0" destOrd="0" presId="urn:microsoft.com/office/officeart/2005/8/layout/hierarchy2"/>
    <dgm:cxn modelId="{304036A8-CC54-413E-B599-730F40D277B9}" type="presParOf" srcId="{7CC13CE6-607A-428F-A845-340F6569637B}" destId="{94376A24-EFA9-4CAE-8347-58647B6734D6}" srcOrd="1" destOrd="0" presId="urn:microsoft.com/office/officeart/2005/8/layout/hierarchy2"/>
    <dgm:cxn modelId="{5110FB14-42DF-4F51-90D4-613F05E7E98F}" type="presParOf" srcId="{0ADBE5EC-280F-4648-A8AA-C415364C5C54}" destId="{5B9E744D-6F07-4605-A344-E2BB93D0A0A7}" srcOrd="4" destOrd="0" presId="urn:microsoft.com/office/officeart/2005/8/layout/hierarchy2"/>
    <dgm:cxn modelId="{735ADBC5-6DBE-419C-B208-61C97B29708C}" type="presParOf" srcId="{5B9E744D-6F07-4605-A344-E2BB93D0A0A7}" destId="{AB6233D7-B82A-4D02-8997-E14C754141D3}" srcOrd="0" destOrd="0" presId="urn:microsoft.com/office/officeart/2005/8/layout/hierarchy2"/>
    <dgm:cxn modelId="{19F99CD2-E3A9-4B92-B79B-11D31A560F10}" type="presParOf" srcId="{0ADBE5EC-280F-4648-A8AA-C415364C5C54}" destId="{00B9D14D-E7A4-4903-8B8E-739F0B022035}" srcOrd="5" destOrd="0" presId="urn:microsoft.com/office/officeart/2005/8/layout/hierarchy2"/>
    <dgm:cxn modelId="{6C3A4900-DFFF-4AB3-B636-093F3B9D39BF}" type="presParOf" srcId="{00B9D14D-E7A4-4903-8B8E-739F0B022035}" destId="{55E04FC4-DF14-4754-A8CC-C78E4C4266EB}" srcOrd="0" destOrd="0" presId="urn:microsoft.com/office/officeart/2005/8/layout/hierarchy2"/>
    <dgm:cxn modelId="{BDE73BB1-0C06-4808-BB81-DF4878D4D862}" type="presParOf" srcId="{00B9D14D-E7A4-4903-8B8E-739F0B022035}" destId="{1F02A4E0-0D5C-4ECF-A4C2-063CFDCBEFF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F422BBE-BE87-488E-9AED-F401C0D38BE5}" type="doc">
      <dgm:prSet loTypeId="urn:microsoft.com/office/officeart/2005/8/layout/hierarchy2" loCatId="hierarchy" qsTypeId="urn:microsoft.com/office/officeart/2005/8/quickstyle/simple2" qsCatId="simple" csTypeId="urn:microsoft.com/office/officeart/2005/8/colors/colorful1" csCatId="colorful"/>
      <dgm:spPr/>
      <dgm:t>
        <a:bodyPr/>
        <a:lstStyle/>
        <a:p>
          <a:endParaRPr lang="en-US"/>
        </a:p>
      </dgm:t>
    </dgm:pt>
    <dgm:pt modelId="{773C4295-1FE9-4E73-9338-A1D3D04617E8}">
      <dgm:prSet/>
      <dgm:spPr/>
      <dgm:t>
        <a:bodyPr/>
        <a:lstStyle/>
        <a:p>
          <a:r>
            <a:rPr lang="en-UG"/>
            <a:t>Transformative Impact of AI and Blockchain</a:t>
          </a:r>
          <a:endParaRPr lang="en-US"/>
        </a:p>
      </dgm:t>
    </dgm:pt>
    <dgm:pt modelId="{9719D5C2-E8F0-46AE-A8AB-DE0340569CAD}" type="parTrans" cxnId="{3D3FA98F-2C78-4050-9CCD-1626DC2DEE6F}">
      <dgm:prSet/>
      <dgm:spPr/>
      <dgm:t>
        <a:bodyPr/>
        <a:lstStyle/>
        <a:p>
          <a:endParaRPr lang="en-US"/>
        </a:p>
      </dgm:t>
    </dgm:pt>
    <dgm:pt modelId="{E7753C55-B9ED-43C4-A108-879A42844295}" type="sibTrans" cxnId="{3D3FA98F-2C78-4050-9CCD-1626DC2DEE6F}">
      <dgm:prSet/>
      <dgm:spPr/>
      <dgm:t>
        <a:bodyPr/>
        <a:lstStyle/>
        <a:p>
          <a:endParaRPr lang="en-US"/>
        </a:p>
      </dgm:t>
    </dgm:pt>
    <dgm:pt modelId="{395620E0-207B-48BF-9076-E87066073245}">
      <dgm:prSet/>
      <dgm:spPr/>
      <dgm:t>
        <a:bodyPr/>
        <a:lstStyle/>
        <a:p>
          <a:r>
            <a:rPr lang="en-UG"/>
            <a:t>Key Points:</a:t>
          </a:r>
          <a:endParaRPr lang="en-US"/>
        </a:p>
      </dgm:t>
    </dgm:pt>
    <dgm:pt modelId="{67A7A2EC-0CF3-4A67-ABBC-980711F4B1A5}" type="parTrans" cxnId="{CDB0FE06-3A53-403C-8143-A6E9AF71D5E8}">
      <dgm:prSet/>
      <dgm:spPr/>
      <dgm:t>
        <a:bodyPr/>
        <a:lstStyle/>
        <a:p>
          <a:endParaRPr lang="en-US"/>
        </a:p>
      </dgm:t>
    </dgm:pt>
    <dgm:pt modelId="{DAE2975E-343D-4163-8055-79CCAB280B4E}" type="sibTrans" cxnId="{CDB0FE06-3A53-403C-8143-A6E9AF71D5E8}">
      <dgm:prSet/>
      <dgm:spPr/>
      <dgm:t>
        <a:bodyPr/>
        <a:lstStyle/>
        <a:p>
          <a:endParaRPr lang="en-US"/>
        </a:p>
      </dgm:t>
    </dgm:pt>
    <dgm:pt modelId="{06A64FF4-B32E-47F5-B753-4471DC343CFA}">
      <dgm:prSet/>
      <dgm:spPr/>
      <dgm:t>
        <a:bodyPr/>
        <a:lstStyle/>
        <a:p>
          <a:r>
            <a:rPr lang="en-UG"/>
            <a:t>Significance of AI and blockchain in shaping the cloud computing future.</a:t>
          </a:r>
          <a:endParaRPr lang="en-US"/>
        </a:p>
      </dgm:t>
    </dgm:pt>
    <dgm:pt modelId="{D60A5FB3-9D1C-4CA6-A53B-A1C6A2AF9860}" type="parTrans" cxnId="{CC26C8E3-6264-4DF0-8EE4-40CF412216D1}">
      <dgm:prSet/>
      <dgm:spPr/>
      <dgm:t>
        <a:bodyPr/>
        <a:lstStyle/>
        <a:p>
          <a:endParaRPr lang="en-US"/>
        </a:p>
      </dgm:t>
    </dgm:pt>
    <dgm:pt modelId="{8F5E9DAF-7CF6-4042-AAC8-ABA1FAFDA245}" type="sibTrans" cxnId="{CC26C8E3-6264-4DF0-8EE4-40CF412216D1}">
      <dgm:prSet/>
      <dgm:spPr/>
      <dgm:t>
        <a:bodyPr/>
        <a:lstStyle/>
        <a:p>
          <a:endParaRPr lang="en-US"/>
        </a:p>
      </dgm:t>
    </dgm:pt>
    <dgm:pt modelId="{3ABF5D60-2D8F-464D-9905-E1844B1809DE}">
      <dgm:prSet/>
      <dgm:spPr/>
      <dgm:t>
        <a:bodyPr/>
        <a:lstStyle/>
        <a:p>
          <a:r>
            <a:rPr lang="en-UG" dirty="0"/>
            <a:t>Concept: "Triumvirate: IoT + AI + Blockchain."</a:t>
          </a:r>
          <a:endParaRPr lang="en-US" dirty="0"/>
        </a:p>
      </dgm:t>
    </dgm:pt>
    <dgm:pt modelId="{6C38F5A4-AF67-4C70-9961-73A165ADCA61}" type="parTrans" cxnId="{9E0E72D8-0990-4E54-81F4-C447F50080ED}">
      <dgm:prSet/>
      <dgm:spPr/>
      <dgm:t>
        <a:bodyPr/>
        <a:lstStyle/>
        <a:p>
          <a:endParaRPr lang="en-US"/>
        </a:p>
      </dgm:t>
    </dgm:pt>
    <dgm:pt modelId="{E9CBDAD2-6CDA-4FF0-B1E3-A0C3CF9E45C5}" type="sibTrans" cxnId="{9E0E72D8-0990-4E54-81F4-C447F50080ED}">
      <dgm:prSet/>
      <dgm:spPr/>
      <dgm:t>
        <a:bodyPr/>
        <a:lstStyle/>
        <a:p>
          <a:endParaRPr lang="en-US"/>
        </a:p>
      </dgm:t>
    </dgm:pt>
    <dgm:pt modelId="{E6F90D5D-D118-45EE-902D-07208968B67E}">
      <dgm:prSet/>
      <dgm:spPr/>
      <dgm:t>
        <a:bodyPr/>
        <a:lstStyle/>
        <a:p>
          <a:r>
            <a:rPr lang="en-UG"/>
            <a:t>Contributions to enhanced security, predictive analytics, and cloud service analysis.</a:t>
          </a:r>
          <a:endParaRPr lang="en-US"/>
        </a:p>
      </dgm:t>
    </dgm:pt>
    <dgm:pt modelId="{EAB5584B-A3CC-4156-8A5C-8A0423F45975}" type="parTrans" cxnId="{D6DDCD8B-B17C-4B21-96ED-6463A18A5CD5}">
      <dgm:prSet/>
      <dgm:spPr/>
      <dgm:t>
        <a:bodyPr/>
        <a:lstStyle/>
        <a:p>
          <a:endParaRPr lang="en-US"/>
        </a:p>
      </dgm:t>
    </dgm:pt>
    <dgm:pt modelId="{462E5C30-83FD-44ED-B2D2-6F4A9A56FA68}" type="sibTrans" cxnId="{D6DDCD8B-B17C-4B21-96ED-6463A18A5CD5}">
      <dgm:prSet/>
      <dgm:spPr/>
      <dgm:t>
        <a:bodyPr/>
        <a:lstStyle/>
        <a:p>
          <a:endParaRPr lang="en-US"/>
        </a:p>
      </dgm:t>
    </dgm:pt>
    <dgm:pt modelId="{95C29AFE-42A4-4D1A-9664-5B99B769C2AF}" type="pres">
      <dgm:prSet presAssocID="{3F422BBE-BE87-488E-9AED-F401C0D38BE5}" presName="diagram" presStyleCnt="0">
        <dgm:presLayoutVars>
          <dgm:chPref val="1"/>
          <dgm:dir/>
          <dgm:animOne val="branch"/>
          <dgm:animLvl val="lvl"/>
          <dgm:resizeHandles val="exact"/>
        </dgm:presLayoutVars>
      </dgm:prSet>
      <dgm:spPr/>
    </dgm:pt>
    <dgm:pt modelId="{33365B3E-3E10-41E3-AC21-3257EEAB4780}" type="pres">
      <dgm:prSet presAssocID="{773C4295-1FE9-4E73-9338-A1D3D04617E8}" presName="root1" presStyleCnt="0"/>
      <dgm:spPr/>
    </dgm:pt>
    <dgm:pt modelId="{CCA64A23-2685-485F-BCC5-14399B49F8C5}" type="pres">
      <dgm:prSet presAssocID="{773C4295-1FE9-4E73-9338-A1D3D04617E8}" presName="LevelOneTextNode" presStyleLbl="node0" presStyleIdx="0" presStyleCnt="1">
        <dgm:presLayoutVars>
          <dgm:chPref val="3"/>
        </dgm:presLayoutVars>
      </dgm:prSet>
      <dgm:spPr/>
    </dgm:pt>
    <dgm:pt modelId="{B46B700F-6AF2-41D6-BAF1-0DEE4313E045}" type="pres">
      <dgm:prSet presAssocID="{773C4295-1FE9-4E73-9338-A1D3D04617E8}" presName="level2hierChild" presStyleCnt="0"/>
      <dgm:spPr/>
    </dgm:pt>
    <dgm:pt modelId="{5CB407D8-DA75-429F-BB59-859D941119B1}" type="pres">
      <dgm:prSet presAssocID="{67A7A2EC-0CF3-4A67-ABBC-980711F4B1A5}" presName="conn2-1" presStyleLbl="parChTrans1D2" presStyleIdx="0" presStyleCnt="1"/>
      <dgm:spPr/>
    </dgm:pt>
    <dgm:pt modelId="{8F4EF870-BDBC-4DAE-9E9A-8FEF6840AAA5}" type="pres">
      <dgm:prSet presAssocID="{67A7A2EC-0CF3-4A67-ABBC-980711F4B1A5}" presName="connTx" presStyleLbl="parChTrans1D2" presStyleIdx="0" presStyleCnt="1"/>
      <dgm:spPr/>
    </dgm:pt>
    <dgm:pt modelId="{F5768687-0EF9-4EC8-9D48-B9136BB4724B}" type="pres">
      <dgm:prSet presAssocID="{395620E0-207B-48BF-9076-E87066073245}" presName="root2" presStyleCnt="0"/>
      <dgm:spPr/>
    </dgm:pt>
    <dgm:pt modelId="{45AD6829-E3B5-4686-99FD-CD7493C7EFCF}" type="pres">
      <dgm:prSet presAssocID="{395620E0-207B-48BF-9076-E87066073245}" presName="LevelTwoTextNode" presStyleLbl="node2" presStyleIdx="0" presStyleCnt="1">
        <dgm:presLayoutVars>
          <dgm:chPref val="3"/>
        </dgm:presLayoutVars>
      </dgm:prSet>
      <dgm:spPr/>
    </dgm:pt>
    <dgm:pt modelId="{B017CF73-DC0A-4708-B263-BA246C699083}" type="pres">
      <dgm:prSet presAssocID="{395620E0-207B-48BF-9076-E87066073245}" presName="level3hierChild" presStyleCnt="0"/>
      <dgm:spPr/>
    </dgm:pt>
    <dgm:pt modelId="{F0273067-40ED-4650-ADE7-92A31D1E197E}" type="pres">
      <dgm:prSet presAssocID="{D60A5FB3-9D1C-4CA6-A53B-A1C6A2AF9860}" presName="conn2-1" presStyleLbl="parChTrans1D3" presStyleIdx="0" presStyleCnt="3"/>
      <dgm:spPr/>
    </dgm:pt>
    <dgm:pt modelId="{25ECB199-13D1-4F84-8BF7-83E8D6BB8D08}" type="pres">
      <dgm:prSet presAssocID="{D60A5FB3-9D1C-4CA6-A53B-A1C6A2AF9860}" presName="connTx" presStyleLbl="parChTrans1D3" presStyleIdx="0" presStyleCnt="3"/>
      <dgm:spPr/>
    </dgm:pt>
    <dgm:pt modelId="{E03A7EA7-D7BA-431E-BAE1-9D6E2CAF0F15}" type="pres">
      <dgm:prSet presAssocID="{06A64FF4-B32E-47F5-B753-4471DC343CFA}" presName="root2" presStyleCnt="0"/>
      <dgm:spPr/>
    </dgm:pt>
    <dgm:pt modelId="{1725123A-D93D-4FE6-AEF1-54F26221E2B8}" type="pres">
      <dgm:prSet presAssocID="{06A64FF4-B32E-47F5-B753-4471DC343CFA}" presName="LevelTwoTextNode" presStyleLbl="node3" presStyleIdx="0" presStyleCnt="3">
        <dgm:presLayoutVars>
          <dgm:chPref val="3"/>
        </dgm:presLayoutVars>
      </dgm:prSet>
      <dgm:spPr/>
    </dgm:pt>
    <dgm:pt modelId="{CD9FC706-3D6E-4EE5-A2B7-B14073697118}" type="pres">
      <dgm:prSet presAssocID="{06A64FF4-B32E-47F5-B753-4471DC343CFA}" presName="level3hierChild" presStyleCnt="0"/>
      <dgm:spPr/>
    </dgm:pt>
    <dgm:pt modelId="{0EFD62E5-9241-457D-AC8A-DE9AF49A1FB2}" type="pres">
      <dgm:prSet presAssocID="{6C38F5A4-AF67-4C70-9961-73A165ADCA61}" presName="conn2-1" presStyleLbl="parChTrans1D3" presStyleIdx="1" presStyleCnt="3"/>
      <dgm:spPr/>
    </dgm:pt>
    <dgm:pt modelId="{D55EBEFE-5F7F-421C-AACD-5707606DB5B1}" type="pres">
      <dgm:prSet presAssocID="{6C38F5A4-AF67-4C70-9961-73A165ADCA61}" presName="connTx" presStyleLbl="parChTrans1D3" presStyleIdx="1" presStyleCnt="3"/>
      <dgm:spPr/>
    </dgm:pt>
    <dgm:pt modelId="{D09F0EA0-6AE4-4624-9EEE-03A57DD15E9E}" type="pres">
      <dgm:prSet presAssocID="{3ABF5D60-2D8F-464D-9905-E1844B1809DE}" presName="root2" presStyleCnt="0"/>
      <dgm:spPr/>
    </dgm:pt>
    <dgm:pt modelId="{B2171CE6-E72E-4C6E-BF63-F3C2DDA5D28B}" type="pres">
      <dgm:prSet presAssocID="{3ABF5D60-2D8F-464D-9905-E1844B1809DE}" presName="LevelTwoTextNode" presStyleLbl="node3" presStyleIdx="1" presStyleCnt="3">
        <dgm:presLayoutVars>
          <dgm:chPref val="3"/>
        </dgm:presLayoutVars>
      </dgm:prSet>
      <dgm:spPr/>
    </dgm:pt>
    <dgm:pt modelId="{6ED4DD74-A5FC-4DB0-A153-86D6E16B1C80}" type="pres">
      <dgm:prSet presAssocID="{3ABF5D60-2D8F-464D-9905-E1844B1809DE}" presName="level3hierChild" presStyleCnt="0"/>
      <dgm:spPr/>
    </dgm:pt>
    <dgm:pt modelId="{E33EADB8-88FD-43E4-841B-75181DA6273E}" type="pres">
      <dgm:prSet presAssocID="{EAB5584B-A3CC-4156-8A5C-8A0423F45975}" presName="conn2-1" presStyleLbl="parChTrans1D3" presStyleIdx="2" presStyleCnt="3"/>
      <dgm:spPr/>
    </dgm:pt>
    <dgm:pt modelId="{DD3EA975-5322-414C-9415-9FD8AD737FE0}" type="pres">
      <dgm:prSet presAssocID="{EAB5584B-A3CC-4156-8A5C-8A0423F45975}" presName="connTx" presStyleLbl="parChTrans1D3" presStyleIdx="2" presStyleCnt="3"/>
      <dgm:spPr/>
    </dgm:pt>
    <dgm:pt modelId="{3CE7DC47-2A98-4170-B009-A53113543DE8}" type="pres">
      <dgm:prSet presAssocID="{E6F90D5D-D118-45EE-902D-07208968B67E}" presName="root2" presStyleCnt="0"/>
      <dgm:spPr/>
    </dgm:pt>
    <dgm:pt modelId="{26165D0A-4C81-44F6-8333-D9D2AF61EAFC}" type="pres">
      <dgm:prSet presAssocID="{E6F90D5D-D118-45EE-902D-07208968B67E}" presName="LevelTwoTextNode" presStyleLbl="node3" presStyleIdx="2" presStyleCnt="3">
        <dgm:presLayoutVars>
          <dgm:chPref val="3"/>
        </dgm:presLayoutVars>
      </dgm:prSet>
      <dgm:spPr/>
    </dgm:pt>
    <dgm:pt modelId="{A18CE12E-1E5A-4BB3-90D7-8322288A5D8B}" type="pres">
      <dgm:prSet presAssocID="{E6F90D5D-D118-45EE-902D-07208968B67E}" presName="level3hierChild" presStyleCnt="0"/>
      <dgm:spPr/>
    </dgm:pt>
  </dgm:ptLst>
  <dgm:cxnLst>
    <dgm:cxn modelId="{CDB0FE06-3A53-403C-8143-A6E9AF71D5E8}" srcId="{773C4295-1FE9-4E73-9338-A1D3D04617E8}" destId="{395620E0-207B-48BF-9076-E87066073245}" srcOrd="0" destOrd="0" parTransId="{67A7A2EC-0CF3-4A67-ABBC-980711F4B1A5}" sibTransId="{DAE2975E-343D-4163-8055-79CCAB280B4E}"/>
    <dgm:cxn modelId="{5535AB14-A1FA-431B-97E7-6C636B573C20}" type="presOf" srcId="{D60A5FB3-9D1C-4CA6-A53B-A1C6A2AF9860}" destId="{F0273067-40ED-4650-ADE7-92A31D1E197E}" srcOrd="0" destOrd="0" presId="urn:microsoft.com/office/officeart/2005/8/layout/hierarchy2"/>
    <dgm:cxn modelId="{883A3437-C695-410F-87B4-85889E4D3B3D}" type="presOf" srcId="{3ABF5D60-2D8F-464D-9905-E1844B1809DE}" destId="{B2171CE6-E72E-4C6E-BF63-F3C2DDA5D28B}" srcOrd="0" destOrd="0" presId="urn:microsoft.com/office/officeart/2005/8/layout/hierarchy2"/>
    <dgm:cxn modelId="{9D7EF338-D283-456A-840E-47CE09DEC312}" type="presOf" srcId="{3F422BBE-BE87-488E-9AED-F401C0D38BE5}" destId="{95C29AFE-42A4-4D1A-9664-5B99B769C2AF}" srcOrd="0" destOrd="0" presId="urn:microsoft.com/office/officeart/2005/8/layout/hierarchy2"/>
    <dgm:cxn modelId="{2D51B043-6D7C-4836-860B-B22857D60A75}" type="presOf" srcId="{67A7A2EC-0CF3-4A67-ABBC-980711F4B1A5}" destId="{5CB407D8-DA75-429F-BB59-859D941119B1}" srcOrd="0" destOrd="0" presId="urn:microsoft.com/office/officeart/2005/8/layout/hierarchy2"/>
    <dgm:cxn modelId="{54589E49-8C14-44A8-82F5-48E648CC36FA}" type="presOf" srcId="{D60A5FB3-9D1C-4CA6-A53B-A1C6A2AF9860}" destId="{25ECB199-13D1-4F84-8BF7-83E8D6BB8D08}" srcOrd="1" destOrd="0" presId="urn:microsoft.com/office/officeart/2005/8/layout/hierarchy2"/>
    <dgm:cxn modelId="{97CE0D7B-86AD-4E27-B286-4F7F3CC98587}" type="presOf" srcId="{6C38F5A4-AF67-4C70-9961-73A165ADCA61}" destId="{D55EBEFE-5F7F-421C-AACD-5707606DB5B1}" srcOrd="1" destOrd="0" presId="urn:microsoft.com/office/officeart/2005/8/layout/hierarchy2"/>
    <dgm:cxn modelId="{D6DDCD8B-B17C-4B21-96ED-6463A18A5CD5}" srcId="{395620E0-207B-48BF-9076-E87066073245}" destId="{E6F90D5D-D118-45EE-902D-07208968B67E}" srcOrd="2" destOrd="0" parTransId="{EAB5584B-A3CC-4156-8A5C-8A0423F45975}" sibTransId="{462E5C30-83FD-44ED-B2D2-6F4A9A56FA68}"/>
    <dgm:cxn modelId="{3D3FA98F-2C78-4050-9CCD-1626DC2DEE6F}" srcId="{3F422BBE-BE87-488E-9AED-F401C0D38BE5}" destId="{773C4295-1FE9-4E73-9338-A1D3D04617E8}" srcOrd="0" destOrd="0" parTransId="{9719D5C2-E8F0-46AE-A8AB-DE0340569CAD}" sibTransId="{E7753C55-B9ED-43C4-A108-879A42844295}"/>
    <dgm:cxn modelId="{8F74F4A0-2C06-4F32-AF16-A28E5CB78D2C}" type="presOf" srcId="{EAB5584B-A3CC-4156-8A5C-8A0423F45975}" destId="{E33EADB8-88FD-43E4-841B-75181DA6273E}" srcOrd="0" destOrd="0" presId="urn:microsoft.com/office/officeart/2005/8/layout/hierarchy2"/>
    <dgm:cxn modelId="{618465AE-FFAD-4A47-9E49-2F79B11FD23F}" type="presOf" srcId="{6C38F5A4-AF67-4C70-9961-73A165ADCA61}" destId="{0EFD62E5-9241-457D-AC8A-DE9AF49A1FB2}" srcOrd="0" destOrd="0" presId="urn:microsoft.com/office/officeart/2005/8/layout/hierarchy2"/>
    <dgm:cxn modelId="{2E3F6DB5-BC13-4BA4-A7A7-3F2FAEC50C4B}" type="presOf" srcId="{773C4295-1FE9-4E73-9338-A1D3D04617E8}" destId="{CCA64A23-2685-485F-BCC5-14399B49F8C5}" srcOrd="0" destOrd="0" presId="urn:microsoft.com/office/officeart/2005/8/layout/hierarchy2"/>
    <dgm:cxn modelId="{DC44AFC9-9EB5-4514-963F-062311465D8E}" type="presOf" srcId="{67A7A2EC-0CF3-4A67-ABBC-980711F4B1A5}" destId="{8F4EF870-BDBC-4DAE-9E9A-8FEF6840AAA5}" srcOrd="1" destOrd="0" presId="urn:microsoft.com/office/officeart/2005/8/layout/hierarchy2"/>
    <dgm:cxn modelId="{9E0E72D8-0990-4E54-81F4-C447F50080ED}" srcId="{395620E0-207B-48BF-9076-E87066073245}" destId="{3ABF5D60-2D8F-464D-9905-E1844B1809DE}" srcOrd="1" destOrd="0" parTransId="{6C38F5A4-AF67-4C70-9961-73A165ADCA61}" sibTransId="{E9CBDAD2-6CDA-4FF0-B1E3-A0C3CF9E45C5}"/>
    <dgm:cxn modelId="{442B1CDF-761B-465C-AAAD-B2702984B902}" type="presOf" srcId="{EAB5584B-A3CC-4156-8A5C-8A0423F45975}" destId="{DD3EA975-5322-414C-9415-9FD8AD737FE0}" srcOrd="1" destOrd="0" presId="urn:microsoft.com/office/officeart/2005/8/layout/hierarchy2"/>
    <dgm:cxn modelId="{CC26C8E3-6264-4DF0-8EE4-40CF412216D1}" srcId="{395620E0-207B-48BF-9076-E87066073245}" destId="{06A64FF4-B32E-47F5-B753-4471DC343CFA}" srcOrd="0" destOrd="0" parTransId="{D60A5FB3-9D1C-4CA6-A53B-A1C6A2AF9860}" sibTransId="{8F5E9DAF-7CF6-4042-AAC8-ABA1FAFDA245}"/>
    <dgm:cxn modelId="{ED32DAED-7436-4F87-92DB-943CBE5E8CB2}" type="presOf" srcId="{395620E0-207B-48BF-9076-E87066073245}" destId="{45AD6829-E3B5-4686-99FD-CD7493C7EFCF}" srcOrd="0" destOrd="0" presId="urn:microsoft.com/office/officeart/2005/8/layout/hierarchy2"/>
    <dgm:cxn modelId="{BCDE7FF9-B1BD-4671-9400-A1A482144523}" type="presOf" srcId="{06A64FF4-B32E-47F5-B753-4471DC343CFA}" destId="{1725123A-D93D-4FE6-AEF1-54F26221E2B8}" srcOrd="0" destOrd="0" presId="urn:microsoft.com/office/officeart/2005/8/layout/hierarchy2"/>
    <dgm:cxn modelId="{03388AFF-5EF8-4CAE-A451-21C76060DFD1}" type="presOf" srcId="{E6F90D5D-D118-45EE-902D-07208968B67E}" destId="{26165D0A-4C81-44F6-8333-D9D2AF61EAFC}" srcOrd="0" destOrd="0" presId="urn:microsoft.com/office/officeart/2005/8/layout/hierarchy2"/>
    <dgm:cxn modelId="{85EC2567-6509-4D95-AD5F-2C7D76ADB80C}" type="presParOf" srcId="{95C29AFE-42A4-4D1A-9664-5B99B769C2AF}" destId="{33365B3E-3E10-41E3-AC21-3257EEAB4780}" srcOrd="0" destOrd="0" presId="urn:microsoft.com/office/officeart/2005/8/layout/hierarchy2"/>
    <dgm:cxn modelId="{035FE616-DB27-43CD-8102-F104FB5EE4DB}" type="presParOf" srcId="{33365B3E-3E10-41E3-AC21-3257EEAB4780}" destId="{CCA64A23-2685-485F-BCC5-14399B49F8C5}" srcOrd="0" destOrd="0" presId="urn:microsoft.com/office/officeart/2005/8/layout/hierarchy2"/>
    <dgm:cxn modelId="{1B802A8F-F873-4823-BAFD-D52D8E889D46}" type="presParOf" srcId="{33365B3E-3E10-41E3-AC21-3257EEAB4780}" destId="{B46B700F-6AF2-41D6-BAF1-0DEE4313E045}" srcOrd="1" destOrd="0" presId="urn:microsoft.com/office/officeart/2005/8/layout/hierarchy2"/>
    <dgm:cxn modelId="{F2BDAC9E-8233-4FFA-8FC1-4AF76C9BDE6B}" type="presParOf" srcId="{B46B700F-6AF2-41D6-BAF1-0DEE4313E045}" destId="{5CB407D8-DA75-429F-BB59-859D941119B1}" srcOrd="0" destOrd="0" presId="urn:microsoft.com/office/officeart/2005/8/layout/hierarchy2"/>
    <dgm:cxn modelId="{5680CC11-FA2D-4F21-8355-85F7944B0F80}" type="presParOf" srcId="{5CB407D8-DA75-429F-BB59-859D941119B1}" destId="{8F4EF870-BDBC-4DAE-9E9A-8FEF6840AAA5}" srcOrd="0" destOrd="0" presId="urn:microsoft.com/office/officeart/2005/8/layout/hierarchy2"/>
    <dgm:cxn modelId="{C0A2A54A-AE73-43F9-A238-36FEFC37B756}" type="presParOf" srcId="{B46B700F-6AF2-41D6-BAF1-0DEE4313E045}" destId="{F5768687-0EF9-4EC8-9D48-B9136BB4724B}" srcOrd="1" destOrd="0" presId="urn:microsoft.com/office/officeart/2005/8/layout/hierarchy2"/>
    <dgm:cxn modelId="{3775F393-FFA5-497A-8BF3-58A3ACCAFCE5}" type="presParOf" srcId="{F5768687-0EF9-4EC8-9D48-B9136BB4724B}" destId="{45AD6829-E3B5-4686-99FD-CD7493C7EFCF}" srcOrd="0" destOrd="0" presId="urn:microsoft.com/office/officeart/2005/8/layout/hierarchy2"/>
    <dgm:cxn modelId="{C0DD7F61-CCFD-40AC-BD66-F112020C5467}" type="presParOf" srcId="{F5768687-0EF9-4EC8-9D48-B9136BB4724B}" destId="{B017CF73-DC0A-4708-B263-BA246C699083}" srcOrd="1" destOrd="0" presId="urn:microsoft.com/office/officeart/2005/8/layout/hierarchy2"/>
    <dgm:cxn modelId="{D478B06A-7BB6-4942-8C2B-77E40F97969B}" type="presParOf" srcId="{B017CF73-DC0A-4708-B263-BA246C699083}" destId="{F0273067-40ED-4650-ADE7-92A31D1E197E}" srcOrd="0" destOrd="0" presId="urn:microsoft.com/office/officeart/2005/8/layout/hierarchy2"/>
    <dgm:cxn modelId="{CE06B840-5A66-4D75-AA90-79240087ACE8}" type="presParOf" srcId="{F0273067-40ED-4650-ADE7-92A31D1E197E}" destId="{25ECB199-13D1-4F84-8BF7-83E8D6BB8D08}" srcOrd="0" destOrd="0" presId="urn:microsoft.com/office/officeart/2005/8/layout/hierarchy2"/>
    <dgm:cxn modelId="{E5117129-FC2D-4363-846A-77C6E830CF67}" type="presParOf" srcId="{B017CF73-DC0A-4708-B263-BA246C699083}" destId="{E03A7EA7-D7BA-431E-BAE1-9D6E2CAF0F15}" srcOrd="1" destOrd="0" presId="urn:microsoft.com/office/officeart/2005/8/layout/hierarchy2"/>
    <dgm:cxn modelId="{29880EBF-86ED-4863-A8D1-94660B2B717D}" type="presParOf" srcId="{E03A7EA7-D7BA-431E-BAE1-9D6E2CAF0F15}" destId="{1725123A-D93D-4FE6-AEF1-54F26221E2B8}" srcOrd="0" destOrd="0" presId="urn:microsoft.com/office/officeart/2005/8/layout/hierarchy2"/>
    <dgm:cxn modelId="{5854DCB6-E820-4163-840C-B6A4470E5734}" type="presParOf" srcId="{E03A7EA7-D7BA-431E-BAE1-9D6E2CAF0F15}" destId="{CD9FC706-3D6E-4EE5-A2B7-B14073697118}" srcOrd="1" destOrd="0" presId="urn:microsoft.com/office/officeart/2005/8/layout/hierarchy2"/>
    <dgm:cxn modelId="{CB42C45D-EA9D-47C9-8847-55D331A3E1BC}" type="presParOf" srcId="{B017CF73-DC0A-4708-B263-BA246C699083}" destId="{0EFD62E5-9241-457D-AC8A-DE9AF49A1FB2}" srcOrd="2" destOrd="0" presId="urn:microsoft.com/office/officeart/2005/8/layout/hierarchy2"/>
    <dgm:cxn modelId="{65675121-0134-4BC5-A1DA-B08FEAD4FAF3}" type="presParOf" srcId="{0EFD62E5-9241-457D-AC8A-DE9AF49A1FB2}" destId="{D55EBEFE-5F7F-421C-AACD-5707606DB5B1}" srcOrd="0" destOrd="0" presId="urn:microsoft.com/office/officeart/2005/8/layout/hierarchy2"/>
    <dgm:cxn modelId="{5E33010E-4481-4B6C-991A-B239A42F8A2C}" type="presParOf" srcId="{B017CF73-DC0A-4708-B263-BA246C699083}" destId="{D09F0EA0-6AE4-4624-9EEE-03A57DD15E9E}" srcOrd="3" destOrd="0" presId="urn:microsoft.com/office/officeart/2005/8/layout/hierarchy2"/>
    <dgm:cxn modelId="{3F67FD14-B0C0-4E89-8804-FB48428CEB34}" type="presParOf" srcId="{D09F0EA0-6AE4-4624-9EEE-03A57DD15E9E}" destId="{B2171CE6-E72E-4C6E-BF63-F3C2DDA5D28B}" srcOrd="0" destOrd="0" presId="urn:microsoft.com/office/officeart/2005/8/layout/hierarchy2"/>
    <dgm:cxn modelId="{EB25BCF6-02DB-43BB-99F7-A75566B6C5E5}" type="presParOf" srcId="{D09F0EA0-6AE4-4624-9EEE-03A57DD15E9E}" destId="{6ED4DD74-A5FC-4DB0-A153-86D6E16B1C80}" srcOrd="1" destOrd="0" presId="urn:microsoft.com/office/officeart/2005/8/layout/hierarchy2"/>
    <dgm:cxn modelId="{D80C9C7C-AF69-4D29-B40F-0DBEE1EAF678}" type="presParOf" srcId="{B017CF73-DC0A-4708-B263-BA246C699083}" destId="{E33EADB8-88FD-43E4-841B-75181DA6273E}" srcOrd="4" destOrd="0" presId="urn:microsoft.com/office/officeart/2005/8/layout/hierarchy2"/>
    <dgm:cxn modelId="{633800E8-47BF-4624-84E8-B46E31F2156C}" type="presParOf" srcId="{E33EADB8-88FD-43E4-841B-75181DA6273E}" destId="{DD3EA975-5322-414C-9415-9FD8AD737FE0}" srcOrd="0" destOrd="0" presId="urn:microsoft.com/office/officeart/2005/8/layout/hierarchy2"/>
    <dgm:cxn modelId="{120AE771-C42B-4367-AA68-15269E1ED21F}" type="presParOf" srcId="{B017CF73-DC0A-4708-B263-BA246C699083}" destId="{3CE7DC47-2A98-4170-B009-A53113543DE8}" srcOrd="5" destOrd="0" presId="urn:microsoft.com/office/officeart/2005/8/layout/hierarchy2"/>
    <dgm:cxn modelId="{E3EB983D-D5E7-4BE1-B88A-8DAE40A4A466}" type="presParOf" srcId="{3CE7DC47-2A98-4170-B009-A53113543DE8}" destId="{26165D0A-4C81-44F6-8333-D9D2AF61EAFC}" srcOrd="0" destOrd="0" presId="urn:microsoft.com/office/officeart/2005/8/layout/hierarchy2"/>
    <dgm:cxn modelId="{50A6C888-4905-4FBC-8770-691648D53771}" type="presParOf" srcId="{3CE7DC47-2A98-4170-B009-A53113543DE8}" destId="{A18CE12E-1E5A-4BB3-90D7-8322288A5D8B}"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1787AF0-25B2-4CAA-807B-7978E59ABC14}" type="doc">
      <dgm:prSet loTypeId="urn:microsoft.com/office/officeart/2005/8/layout/hierarchy2" loCatId="hierarchy" qsTypeId="urn:microsoft.com/office/officeart/2005/8/quickstyle/simple4" qsCatId="simple" csTypeId="urn:microsoft.com/office/officeart/2005/8/colors/accent3_2" csCatId="accent3"/>
      <dgm:spPr/>
      <dgm:t>
        <a:bodyPr/>
        <a:lstStyle/>
        <a:p>
          <a:endParaRPr lang="en-US"/>
        </a:p>
      </dgm:t>
    </dgm:pt>
    <dgm:pt modelId="{8910328C-FFEC-4D3A-93CD-5B384ADB9F62}">
      <dgm:prSet/>
      <dgm:spPr/>
      <dgm:t>
        <a:bodyPr/>
        <a:lstStyle/>
        <a:p>
          <a:r>
            <a:rPr lang="en-UG"/>
            <a:t>Data-Driven Decision Making</a:t>
          </a:r>
          <a:endParaRPr lang="en-US"/>
        </a:p>
      </dgm:t>
    </dgm:pt>
    <dgm:pt modelId="{038B16A9-2AAB-4F38-9AE4-FF567B03A5CD}" type="parTrans" cxnId="{B3DC73AB-CB8D-4989-98CC-9272857B2670}">
      <dgm:prSet/>
      <dgm:spPr/>
      <dgm:t>
        <a:bodyPr/>
        <a:lstStyle/>
        <a:p>
          <a:endParaRPr lang="en-US"/>
        </a:p>
      </dgm:t>
    </dgm:pt>
    <dgm:pt modelId="{A89B978A-1D8B-444A-9C57-39B4665C8820}" type="sibTrans" cxnId="{B3DC73AB-CB8D-4989-98CC-9272857B2670}">
      <dgm:prSet/>
      <dgm:spPr/>
      <dgm:t>
        <a:bodyPr/>
        <a:lstStyle/>
        <a:p>
          <a:endParaRPr lang="en-US"/>
        </a:p>
      </dgm:t>
    </dgm:pt>
    <dgm:pt modelId="{C7FCCDFE-477C-4996-B266-B3DB9217C4D3}">
      <dgm:prSet/>
      <dgm:spPr/>
      <dgm:t>
        <a:bodyPr/>
        <a:lstStyle/>
        <a:p>
          <a:r>
            <a:rPr lang="en-UG"/>
            <a:t>Key Points:</a:t>
          </a:r>
          <a:endParaRPr lang="en-US"/>
        </a:p>
      </dgm:t>
    </dgm:pt>
    <dgm:pt modelId="{6DD652AE-637C-4B2A-B3AA-E725D77CFF34}" type="parTrans" cxnId="{0A2339C9-015F-4736-AE7A-7E3F6F7F882B}">
      <dgm:prSet/>
      <dgm:spPr/>
      <dgm:t>
        <a:bodyPr/>
        <a:lstStyle/>
        <a:p>
          <a:endParaRPr lang="en-US"/>
        </a:p>
      </dgm:t>
    </dgm:pt>
    <dgm:pt modelId="{81D3974A-7881-4583-9299-C0108E00C367}" type="sibTrans" cxnId="{0A2339C9-015F-4736-AE7A-7E3F6F7F882B}">
      <dgm:prSet/>
      <dgm:spPr/>
      <dgm:t>
        <a:bodyPr/>
        <a:lstStyle/>
        <a:p>
          <a:endParaRPr lang="en-US"/>
        </a:p>
      </dgm:t>
    </dgm:pt>
    <dgm:pt modelId="{437ACE99-539E-4BE1-9E68-02BABBE3101F}">
      <dgm:prSet/>
      <dgm:spPr/>
      <dgm:t>
        <a:bodyPr/>
        <a:lstStyle/>
        <a:p>
          <a:r>
            <a:rPr lang="en-UG"/>
            <a:t>Importance of big data analytics and data science in cloud computing.</a:t>
          </a:r>
          <a:endParaRPr lang="en-US"/>
        </a:p>
      </dgm:t>
    </dgm:pt>
    <dgm:pt modelId="{182BB1B5-47CD-44AB-8F06-58B1BDEC15FB}" type="parTrans" cxnId="{8F9049A0-9D50-4B15-9D0C-AAD77C8AFC3D}">
      <dgm:prSet/>
      <dgm:spPr/>
      <dgm:t>
        <a:bodyPr/>
        <a:lstStyle/>
        <a:p>
          <a:endParaRPr lang="en-US"/>
        </a:p>
      </dgm:t>
    </dgm:pt>
    <dgm:pt modelId="{D6DBD3EF-89CF-4420-8F01-9A6A2D750637}" type="sibTrans" cxnId="{8F9049A0-9D50-4B15-9D0C-AAD77C8AFC3D}">
      <dgm:prSet/>
      <dgm:spPr/>
      <dgm:t>
        <a:bodyPr/>
        <a:lstStyle/>
        <a:p>
          <a:endParaRPr lang="en-US"/>
        </a:p>
      </dgm:t>
    </dgm:pt>
    <dgm:pt modelId="{D9ECB50C-BE59-48A6-AC3C-47A1E2C08CAB}">
      <dgm:prSet/>
      <dgm:spPr/>
      <dgm:t>
        <a:bodyPr/>
        <a:lstStyle/>
        <a:p>
          <a:r>
            <a:rPr lang="en-UG"/>
            <a:t>Use of techniques to understand market trends and customer preferences.</a:t>
          </a:r>
          <a:endParaRPr lang="en-US"/>
        </a:p>
      </dgm:t>
    </dgm:pt>
    <dgm:pt modelId="{41917941-345F-4811-8EFA-C363FA5287CB}" type="parTrans" cxnId="{A59911C5-98EF-4591-9FEA-501BF34C37B5}">
      <dgm:prSet/>
      <dgm:spPr/>
      <dgm:t>
        <a:bodyPr/>
        <a:lstStyle/>
        <a:p>
          <a:endParaRPr lang="en-US"/>
        </a:p>
      </dgm:t>
    </dgm:pt>
    <dgm:pt modelId="{D2E17E6F-BDA7-4C36-AE39-A1BE27271515}" type="sibTrans" cxnId="{A59911C5-98EF-4591-9FEA-501BF34C37B5}">
      <dgm:prSet/>
      <dgm:spPr/>
      <dgm:t>
        <a:bodyPr/>
        <a:lstStyle/>
        <a:p>
          <a:endParaRPr lang="en-US"/>
        </a:p>
      </dgm:t>
    </dgm:pt>
    <dgm:pt modelId="{00F2A130-7FB1-4777-8BAC-953F1B3345D1}">
      <dgm:prSet/>
      <dgm:spPr/>
      <dgm:t>
        <a:bodyPr/>
        <a:lstStyle/>
        <a:p>
          <a:r>
            <a:rPr lang="en-UG"/>
            <a:t>Examples: Informed decision-making and innovation driven by data insights.</a:t>
          </a:r>
          <a:endParaRPr lang="en-US"/>
        </a:p>
      </dgm:t>
    </dgm:pt>
    <dgm:pt modelId="{08FB14EB-0507-4736-996F-359355E33747}" type="parTrans" cxnId="{36A7AEAB-2150-4DA1-8338-DF4F94CEC060}">
      <dgm:prSet/>
      <dgm:spPr/>
      <dgm:t>
        <a:bodyPr/>
        <a:lstStyle/>
        <a:p>
          <a:endParaRPr lang="en-US"/>
        </a:p>
      </dgm:t>
    </dgm:pt>
    <dgm:pt modelId="{388F76C0-782F-4E5C-B6ED-9F84D1E8770B}" type="sibTrans" cxnId="{36A7AEAB-2150-4DA1-8338-DF4F94CEC060}">
      <dgm:prSet/>
      <dgm:spPr/>
      <dgm:t>
        <a:bodyPr/>
        <a:lstStyle/>
        <a:p>
          <a:endParaRPr lang="en-US"/>
        </a:p>
      </dgm:t>
    </dgm:pt>
    <dgm:pt modelId="{C69DC244-BF87-4E9B-B630-133EE297DCE6}" type="pres">
      <dgm:prSet presAssocID="{11787AF0-25B2-4CAA-807B-7978E59ABC14}" presName="diagram" presStyleCnt="0">
        <dgm:presLayoutVars>
          <dgm:chPref val="1"/>
          <dgm:dir/>
          <dgm:animOne val="branch"/>
          <dgm:animLvl val="lvl"/>
          <dgm:resizeHandles val="exact"/>
        </dgm:presLayoutVars>
      </dgm:prSet>
      <dgm:spPr/>
    </dgm:pt>
    <dgm:pt modelId="{792D9460-281C-45DA-B70E-EBC7D37D1ADD}" type="pres">
      <dgm:prSet presAssocID="{8910328C-FFEC-4D3A-93CD-5B384ADB9F62}" presName="root1" presStyleCnt="0"/>
      <dgm:spPr/>
    </dgm:pt>
    <dgm:pt modelId="{8BE115F3-456D-4B0A-AD6C-62008FF4236D}" type="pres">
      <dgm:prSet presAssocID="{8910328C-FFEC-4D3A-93CD-5B384ADB9F62}" presName="LevelOneTextNode" presStyleLbl="node0" presStyleIdx="0" presStyleCnt="1">
        <dgm:presLayoutVars>
          <dgm:chPref val="3"/>
        </dgm:presLayoutVars>
      </dgm:prSet>
      <dgm:spPr/>
    </dgm:pt>
    <dgm:pt modelId="{3FA151E5-3094-43AE-BF5D-8B82696268F4}" type="pres">
      <dgm:prSet presAssocID="{8910328C-FFEC-4D3A-93CD-5B384ADB9F62}" presName="level2hierChild" presStyleCnt="0"/>
      <dgm:spPr/>
    </dgm:pt>
    <dgm:pt modelId="{9F3AF2FF-8F4B-419D-943B-A065D70C004D}" type="pres">
      <dgm:prSet presAssocID="{6DD652AE-637C-4B2A-B3AA-E725D77CFF34}" presName="conn2-1" presStyleLbl="parChTrans1D2" presStyleIdx="0" presStyleCnt="1"/>
      <dgm:spPr/>
    </dgm:pt>
    <dgm:pt modelId="{FDB337C3-677D-4A22-B269-38C308630C49}" type="pres">
      <dgm:prSet presAssocID="{6DD652AE-637C-4B2A-B3AA-E725D77CFF34}" presName="connTx" presStyleLbl="parChTrans1D2" presStyleIdx="0" presStyleCnt="1"/>
      <dgm:spPr/>
    </dgm:pt>
    <dgm:pt modelId="{A5235C3E-5BCC-4FA3-A368-34CDD7C9262F}" type="pres">
      <dgm:prSet presAssocID="{C7FCCDFE-477C-4996-B266-B3DB9217C4D3}" presName="root2" presStyleCnt="0"/>
      <dgm:spPr/>
    </dgm:pt>
    <dgm:pt modelId="{54396744-2025-4CE1-87B4-220705921C59}" type="pres">
      <dgm:prSet presAssocID="{C7FCCDFE-477C-4996-B266-B3DB9217C4D3}" presName="LevelTwoTextNode" presStyleLbl="node2" presStyleIdx="0" presStyleCnt="1">
        <dgm:presLayoutVars>
          <dgm:chPref val="3"/>
        </dgm:presLayoutVars>
      </dgm:prSet>
      <dgm:spPr/>
    </dgm:pt>
    <dgm:pt modelId="{189378C8-6858-455F-9E33-F230967E6D38}" type="pres">
      <dgm:prSet presAssocID="{C7FCCDFE-477C-4996-B266-B3DB9217C4D3}" presName="level3hierChild" presStyleCnt="0"/>
      <dgm:spPr/>
    </dgm:pt>
    <dgm:pt modelId="{91BC157A-A5A1-4F38-B9E2-BB823170AB53}" type="pres">
      <dgm:prSet presAssocID="{182BB1B5-47CD-44AB-8F06-58B1BDEC15FB}" presName="conn2-1" presStyleLbl="parChTrans1D3" presStyleIdx="0" presStyleCnt="3"/>
      <dgm:spPr/>
    </dgm:pt>
    <dgm:pt modelId="{DAE9347E-806A-4900-BB1A-02075FC21893}" type="pres">
      <dgm:prSet presAssocID="{182BB1B5-47CD-44AB-8F06-58B1BDEC15FB}" presName="connTx" presStyleLbl="parChTrans1D3" presStyleIdx="0" presStyleCnt="3"/>
      <dgm:spPr/>
    </dgm:pt>
    <dgm:pt modelId="{ED42B0A3-C14B-4213-8506-23D552DCF5BD}" type="pres">
      <dgm:prSet presAssocID="{437ACE99-539E-4BE1-9E68-02BABBE3101F}" presName="root2" presStyleCnt="0"/>
      <dgm:spPr/>
    </dgm:pt>
    <dgm:pt modelId="{47D5B752-2564-4C1B-B5F1-9794742A799F}" type="pres">
      <dgm:prSet presAssocID="{437ACE99-539E-4BE1-9E68-02BABBE3101F}" presName="LevelTwoTextNode" presStyleLbl="node3" presStyleIdx="0" presStyleCnt="3">
        <dgm:presLayoutVars>
          <dgm:chPref val="3"/>
        </dgm:presLayoutVars>
      </dgm:prSet>
      <dgm:spPr/>
    </dgm:pt>
    <dgm:pt modelId="{62CF38EA-571D-4F7D-9A7F-3E87B379074F}" type="pres">
      <dgm:prSet presAssocID="{437ACE99-539E-4BE1-9E68-02BABBE3101F}" presName="level3hierChild" presStyleCnt="0"/>
      <dgm:spPr/>
    </dgm:pt>
    <dgm:pt modelId="{D39FE931-7EFC-41EE-9712-4F545615B378}" type="pres">
      <dgm:prSet presAssocID="{41917941-345F-4811-8EFA-C363FA5287CB}" presName="conn2-1" presStyleLbl="parChTrans1D3" presStyleIdx="1" presStyleCnt="3"/>
      <dgm:spPr/>
    </dgm:pt>
    <dgm:pt modelId="{8495CA0F-65FD-4760-9FB0-C7B98D973A1C}" type="pres">
      <dgm:prSet presAssocID="{41917941-345F-4811-8EFA-C363FA5287CB}" presName="connTx" presStyleLbl="parChTrans1D3" presStyleIdx="1" presStyleCnt="3"/>
      <dgm:spPr/>
    </dgm:pt>
    <dgm:pt modelId="{0C8005BB-C20D-4D89-ACEF-9BE3DA3E9538}" type="pres">
      <dgm:prSet presAssocID="{D9ECB50C-BE59-48A6-AC3C-47A1E2C08CAB}" presName="root2" presStyleCnt="0"/>
      <dgm:spPr/>
    </dgm:pt>
    <dgm:pt modelId="{1657BDFF-F874-45F6-A354-46CC8D04BD24}" type="pres">
      <dgm:prSet presAssocID="{D9ECB50C-BE59-48A6-AC3C-47A1E2C08CAB}" presName="LevelTwoTextNode" presStyleLbl="node3" presStyleIdx="1" presStyleCnt="3">
        <dgm:presLayoutVars>
          <dgm:chPref val="3"/>
        </dgm:presLayoutVars>
      </dgm:prSet>
      <dgm:spPr/>
    </dgm:pt>
    <dgm:pt modelId="{C65E15E5-D175-40E1-8A38-C818D2531121}" type="pres">
      <dgm:prSet presAssocID="{D9ECB50C-BE59-48A6-AC3C-47A1E2C08CAB}" presName="level3hierChild" presStyleCnt="0"/>
      <dgm:spPr/>
    </dgm:pt>
    <dgm:pt modelId="{783C6400-2A46-4F54-B7DE-284CF251FBE0}" type="pres">
      <dgm:prSet presAssocID="{08FB14EB-0507-4736-996F-359355E33747}" presName="conn2-1" presStyleLbl="parChTrans1D3" presStyleIdx="2" presStyleCnt="3"/>
      <dgm:spPr/>
    </dgm:pt>
    <dgm:pt modelId="{BCA785E1-8B1E-4203-851F-49B887EE65D5}" type="pres">
      <dgm:prSet presAssocID="{08FB14EB-0507-4736-996F-359355E33747}" presName="connTx" presStyleLbl="parChTrans1D3" presStyleIdx="2" presStyleCnt="3"/>
      <dgm:spPr/>
    </dgm:pt>
    <dgm:pt modelId="{FA571DBB-1C31-4967-BB57-A075D82389AC}" type="pres">
      <dgm:prSet presAssocID="{00F2A130-7FB1-4777-8BAC-953F1B3345D1}" presName="root2" presStyleCnt="0"/>
      <dgm:spPr/>
    </dgm:pt>
    <dgm:pt modelId="{6E4BB07F-4FFA-4DA1-B412-16647C45A44F}" type="pres">
      <dgm:prSet presAssocID="{00F2A130-7FB1-4777-8BAC-953F1B3345D1}" presName="LevelTwoTextNode" presStyleLbl="node3" presStyleIdx="2" presStyleCnt="3">
        <dgm:presLayoutVars>
          <dgm:chPref val="3"/>
        </dgm:presLayoutVars>
      </dgm:prSet>
      <dgm:spPr/>
    </dgm:pt>
    <dgm:pt modelId="{56F1E065-073A-42EF-9F8A-AA823A52E2E5}" type="pres">
      <dgm:prSet presAssocID="{00F2A130-7FB1-4777-8BAC-953F1B3345D1}" presName="level3hierChild" presStyleCnt="0"/>
      <dgm:spPr/>
    </dgm:pt>
  </dgm:ptLst>
  <dgm:cxnLst>
    <dgm:cxn modelId="{5D47F404-2BD7-4EE7-8CF7-21EACADE9D13}" type="presOf" srcId="{00F2A130-7FB1-4777-8BAC-953F1B3345D1}" destId="{6E4BB07F-4FFA-4DA1-B412-16647C45A44F}" srcOrd="0" destOrd="0" presId="urn:microsoft.com/office/officeart/2005/8/layout/hierarchy2"/>
    <dgm:cxn modelId="{0F1F0C27-09FE-4C50-9446-2EF8797351E4}" type="presOf" srcId="{182BB1B5-47CD-44AB-8F06-58B1BDEC15FB}" destId="{91BC157A-A5A1-4F38-B9E2-BB823170AB53}" srcOrd="0" destOrd="0" presId="urn:microsoft.com/office/officeart/2005/8/layout/hierarchy2"/>
    <dgm:cxn modelId="{186B892D-0280-4FC3-A51F-82D0B30F72BB}" type="presOf" srcId="{C7FCCDFE-477C-4996-B266-B3DB9217C4D3}" destId="{54396744-2025-4CE1-87B4-220705921C59}" srcOrd="0" destOrd="0" presId="urn:microsoft.com/office/officeart/2005/8/layout/hierarchy2"/>
    <dgm:cxn modelId="{BF42D638-5C1E-4861-9CC1-1F4A56605277}" type="presOf" srcId="{437ACE99-539E-4BE1-9E68-02BABBE3101F}" destId="{47D5B752-2564-4C1B-B5F1-9794742A799F}" srcOrd="0" destOrd="0" presId="urn:microsoft.com/office/officeart/2005/8/layout/hierarchy2"/>
    <dgm:cxn modelId="{8A2AB83C-39B1-4EBA-B565-792D59E2BCFD}" type="presOf" srcId="{D9ECB50C-BE59-48A6-AC3C-47A1E2C08CAB}" destId="{1657BDFF-F874-45F6-A354-46CC8D04BD24}" srcOrd="0" destOrd="0" presId="urn:microsoft.com/office/officeart/2005/8/layout/hierarchy2"/>
    <dgm:cxn modelId="{A7593569-2209-4506-BB99-82D5D02EA4BE}" type="presOf" srcId="{08FB14EB-0507-4736-996F-359355E33747}" destId="{783C6400-2A46-4F54-B7DE-284CF251FBE0}" srcOrd="0" destOrd="0" presId="urn:microsoft.com/office/officeart/2005/8/layout/hierarchy2"/>
    <dgm:cxn modelId="{5AEE0752-9C0C-4182-99C9-2A3ACF6AD089}" type="presOf" srcId="{41917941-345F-4811-8EFA-C363FA5287CB}" destId="{D39FE931-7EFC-41EE-9712-4F545615B378}" srcOrd="0" destOrd="0" presId="urn:microsoft.com/office/officeart/2005/8/layout/hierarchy2"/>
    <dgm:cxn modelId="{BAD7D472-BF1E-49CD-BBD3-34CF25817D93}" type="presOf" srcId="{182BB1B5-47CD-44AB-8F06-58B1BDEC15FB}" destId="{DAE9347E-806A-4900-BB1A-02075FC21893}" srcOrd="1" destOrd="0" presId="urn:microsoft.com/office/officeart/2005/8/layout/hierarchy2"/>
    <dgm:cxn modelId="{9E740B84-5A8E-4910-B5C9-D7C6BA267B22}" type="presOf" srcId="{41917941-345F-4811-8EFA-C363FA5287CB}" destId="{8495CA0F-65FD-4760-9FB0-C7B98D973A1C}" srcOrd="1" destOrd="0" presId="urn:microsoft.com/office/officeart/2005/8/layout/hierarchy2"/>
    <dgm:cxn modelId="{8F9049A0-9D50-4B15-9D0C-AAD77C8AFC3D}" srcId="{C7FCCDFE-477C-4996-B266-B3DB9217C4D3}" destId="{437ACE99-539E-4BE1-9E68-02BABBE3101F}" srcOrd="0" destOrd="0" parTransId="{182BB1B5-47CD-44AB-8F06-58B1BDEC15FB}" sibTransId="{D6DBD3EF-89CF-4420-8F01-9A6A2D750637}"/>
    <dgm:cxn modelId="{B3DC73AB-CB8D-4989-98CC-9272857B2670}" srcId="{11787AF0-25B2-4CAA-807B-7978E59ABC14}" destId="{8910328C-FFEC-4D3A-93CD-5B384ADB9F62}" srcOrd="0" destOrd="0" parTransId="{038B16A9-2AAB-4F38-9AE4-FF567B03A5CD}" sibTransId="{A89B978A-1D8B-444A-9C57-39B4665C8820}"/>
    <dgm:cxn modelId="{36A7AEAB-2150-4DA1-8338-DF4F94CEC060}" srcId="{C7FCCDFE-477C-4996-B266-B3DB9217C4D3}" destId="{00F2A130-7FB1-4777-8BAC-953F1B3345D1}" srcOrd="2" destOrd="0" parTransId="{08FB14EB-0507-4736-996F-359355E33747}" sibTransId="{388F76C0-782F-4E5C-B6ED-9F84D1E8770B}"/>
    <dgm:cxn modelId="{D8F90FAF-0FF8-41AA-B3B1-A808AE60DD4F}" type="presOf" srcId="{6DD652AE-637C-4B2A-B3AA-E725D77CFF34}" destId="{FDB337C3-677D-4A22-B269-38C308630C49}" srcOrd="1" destOrd="0" presId="urn:microsoft.com/office/officeart/2005/8/layout/hierarchy2"/>
    <dgm:cxn modelId="{A59911C5-98EF-4591-9FEA-501BF34C37B5}" srcId="{C7FCCDFE-477C-4996-B266-B3DB9217C4D3}" destId="{D9ECB50C-BE59-48A6-AC3C-47A1E2C08CAB}" srcOrd="1" destOrd="0" parTransId="{41917941-345F-4811-8EFA-C363FA5287CB}" sibTransId="{D2E17E6F-BDA7-4C36-AE39-A1BE27271515}"/>
    <dgm:cxn modelId="{0A2339C9-015F-4736-AE7A-7E3F6F7F882B}" srcId="{8910328C-FFEC-4D3A-93CD-5B384ADB9F62}" destId="{C7FCCDFE-477C-4996-B266-B3DB9217C4D3}" srcOrd="0" destOrd="0" parTransId="{6DD652AE-637C-4B2A-B3AA-E725D77CFF34}" sibTransId="{81D3974A-7881-4583-9299-C0108E00C367}"/>
    <dgm:cxn modelId="{7469B6CB-AD1B-4182-8C11-22FABB11786F}" type="presOf" srcId="{8910328C-FFEC-4D3A-93CD-5B384ADB9F62}" destId="{8BE115F3-456D-4B0A-AD6C-62008FF4236D}" srcOrd="0" destOrd="0" presId="urn:microsoft.com/office/officeart/2005/8/layout/hierarchy2"/>
    <dgm:cxn modelId="{D5045BD6-E6C6-4C57-A0B6-F9D55F4BAC2A}" type="presOf" srcId="{08FB14EB-0507-4736-996F-359355E33747}" destId="{BCA785E1-8B1E-4203-851F-49B887EE65D5}" srcOrd="1" destOrd="0" presId="urn:microsoft.com/office/officeart/2005/8/layout/hierarchy2"/>
    <dgm:cxn modelId="{DD4F19E1-F71A-4C12-914E-F12B785CF7EE}" type="presOf" srcId="{6DD652AE-637C-4B2A-B3AA-E725D77CFF34}" destId="{9F3AF2FF-8F4B-419D-943B-A065D70C004D}" srcOrd="0" destOrd="0" presId="urn:microsoft.com/office/officeart/2005/8/layout/hierarchy2"/>
    <dgm:cxn modelId="{87132EF8-59E7-44BC-BD46-DB98B7035D6E}" type="presOf" srcId="{11787AF0-25B2-4CAA-807B-7978E59ABC14}" destId="{C69DC244-BF87-4E9B-B630-133EE297DCE6}" srcOrd="0" destOrd="0" presId="urn:microsoft.com/office/officeart/2005/8/layout/hierarchy2"/>
    <dgm:cxn modelId="{EDCC7E3D-503E-486B-A595-2FD2630DEA9B}" type="presParOf" srcId="{C69DC244-BF87-4E9B-B630-133EE297DCE6}" destId="{792D9460-281C-45DA-B70E-EBC7D37D1ADD}" srcOrd="0" destOrd="0" presId="urn:microsoft.com/office/officeart/2005/8/layout/hierarchy2"/>
    <dgm:cxn modelId="{E5530722-1560-4A16-8679-2FC6D97F4F02}" type="presParOf" srcId="{792D9460-281C-45DA-B70E-EBC7D37D1ADD}" destId="{8BE115F3-456D-4B0A-AD6C-62008FF4236D}" srcOrd="0" destOrd="0" presId="urn:microsoft.com/office/officeart/2005/8/layout/hierarchy2"/>
    <dgm:cxn modelId="{F018F937-7B3A-46D6-B437-59288A326518}" type="presParOf" srcId="{792D9460-281C-45DA-B70E-EBC7D37D1ADD}" destId="{3FA151E5-3094-43AE-BF5D-8B82696268F4}" srcOrd="1" destOrd="0" presId="urn:microsoft.com/office/officeart/2005/8/layout/hierarchy2"/>
    <dgm:cxn modelId="{5B3442BE-F62C-4038-8F22-3148203E3A4D}" type="presParOf" srcId="{3FA151E5-3094-43AE-BF5D-8B82696268F4}" destId="{9F3AF2FF-8F4B-419D-943B-A065D70C004D}" srcOrd="0" destOrd="0" presId="urn:microsoft.com/office/officeart/2005/8/layout/hierarchy2"/>
    <dgm:cxn modelId="{307308CE-913F-4EF1-AFA1-EA5F8060E4FB}" type="presParOf" srcId="{9F3AF2FF-8F4B-419D-943B-A065D70C004D}" destId="{FDB337C3-677D-4A22-B269-38C308630C49}" srcOrd="0" destOrd="0" presId="urn:microsoft.com/office/officeart/2005/8/layout/hierarchy2"/>
    <dgm:cxn modelId="{91843EC0-F352-4F3A-AD58-B1748D23E32F}" type="presParOf" srcId="{3FA151E5-3094-43AE-BF5D-8B82696268F4}" destId="{A5235C3E-5BCC-4FA3-A368-34CDD7C9262F}" srcOrd="1" destOrd="0" presId="urn:microsoft.com/office/officeart/2005/8/layout/hierarchy2"/>
    <dgm:cxn modelId="{87DB7FC2-6141-4616-8807-F00798B49A63}" type="presParOf" srcId="{A5235C3E-5BCC-4FA3-A368-34CDD7C9262F}" destId="{54396744-2025-4CE1-87B4-220705921C59}" srcOrd="0" destOrd="0" presId="urn:microsoft.com/office/officeart/2005/8/layout/hierarchy2"/>
    <dgm:cxn modelId="{EDDBC104-D375-4FEB-A471-AB39E17AD8AA}" type="presParOf" srcId="{A5235C3E-5BCC-4FA3-A368-34CDD7C9262F}" destId="{189378C8-6858-455F-9E33-F230967E6D38}" srcOrd="1" destOrd="0" presId="urn:microsoft.com/office/officeart/2005/8/layout/hierarchy2"/>
    <dgm:cxn modelId="{11DA1218-16EF-4927-8D9E-0A8AC54B0B7A}" type="presParOf" srcId="{189378C8-6858-455F-9E33-F230967E6D38}" destId="{91BC157A-A5A1-4F38-B9E2-BB823170AB53}" srcOrd="0" destOrd="0" presId="urn:microsoft.com/office/officeart/2005/8/layout/hierarchy2"/>
    <dgm:cxn modelId="{6DE0EF83-A37D-4DBA-9749-552A604EF30E}" type="presParOf" srcId="{91BC157A-A5A1-4F38-B9E2-BB823170AB53}" destId="{DAE9347E-806A-4900-BB1A-02075FC21893}" srcOrd="0" destOrd="0" presId="urn:microsoft.com/office/officeart/2005/8/layout/hierarchy2"/>
    <dgm:cxn modelId="{55D22B76-FE51-4A17-B35B-0E427D7015E7}" type="presParOf" srcId="{189378C8-6858-455F-9E33-F230967E6D38}" destId="{ED42B0A3-C14B-4213-8506-23D552DCF5BD}" srcOrd="1" destOrd="0" presId="urn:microsoft.com/office/officeart/2005/8/layout/hierarchy2"/>
    <dgm:cxn modelId="{642E6852-E556-4AAA-A9A3-0D18721E3200}" type="presParOf" srcId="{ED42B0A3-C14B-4213-8506-23D552DCF5BD}" destId="{47D5B752-2564-4C1B-B5F1-9794742A799F}" srcOrd="0" destOrd="0" presId="urn:microsoft.com/office/officeart/2005/8/layout/hierarchy2"/>
    <dgm:cxn modelId="{6D486082-3880-4D45-9EF6-2E87C8FD95CA}" type="presParOf" srcId="{ED42B0A3-C14B-4213-8506-23D552DCF5BD}" destId="{62CF38EA-571D-4F7D-9A7F-3E87B379074F}" srcOrd="1" destOrd="0" presId="urn:microsoft.com/office/officeart/2005/8/layout/hierarchy2"/>
    <dgm:cxn modelId="{D2A4BDA1-82E3-4D42-84A1-3874A2347ECB}" type="presParOf" srcId="{189378C8-6858-455F-9E33-F230967E6D38}" destId="{D39FE931-7EFC-41EE-9712-4F545615B378}" srcOrd="2" destOrd="0" presId="urn:microsoft.com/office/officeart/2005/8/layout/hierarchy2"/>
    <dgm:cxn modelId="{D3CC82C9-0955-48DB-9890-511E1388CEEE}" type="presParOf" srcId="{D39FE931-7EFC-41EE-9712-4F545615B378}" destId="{8495CA0F-65FD-4760-9FB0-C7B98D973A1C}" srcOrd="0" destOrd="0" presId="urn:microsoft.com/office/officeart/2005/8/layout/hierarchy2"/>
    <dgm:cxn modelId="{2BDAC18B-B5BF-4E42-8A65-D1F69D7BCED6}" type="presParOf" srcId="{189378C8-6858-455F-9E33-F230967E6D38}" destId="{0C8005BB-C20D-4D89-ACEF-9BE3DA3E9538}" srcOrd="3" destOrd="0" presId="urn:microsoft.com/office/officeart/2005/8/layout/hierarchy2"/>
    <dgm:cxn modelId="{D673F482-11FD-492D-B66E-A213EF175D14}" type="presParOf" srcId="{0C8005BB-C20D-4D89-ACEF-9BE3DA3E9538}" destId="{1657BDFF-F874-45F6-A354-46CC8D04BD24}" srcOrd="0" destOrd="0" presId="urn:microsoft.com/office/officeart/2005/8/layout/hierarchy2"/>
    <dgm:cxn modelId="{D50D51F4-1A57-4B90-9BBE-1466D3DAC932}" type="presParOf" srcId="{0C8005BB-C20D-4D89-ACEF-9BE3DA3E9538}" destId="{C65E15E5-D175-40E1-8A38-C818D2531121}" srcOrd="1" destOrd="0" presId="urn:microsoft.com/office/officeart/2005/8/layout/hierarchy2"/>
    <dgm:cxn modelId="{8D3327C7-6619-4CE3-BF1B-3F87AA4AF8CA}" type="presParOf" srcId="{189378C8-6858-455F-9E33-F230967E6D38}" destId="{783C6400-2A46-4F54-B7DE-284CF251FBE0}" srcOrd="4" destOrd="0" presId="urn:microsoft.com/office/officeart/2005/8/layout/hierarchy2"/>
    <dgm:cxn modelId="{C1DEC264-B85D-46B4-9C71-1B9B56914A0D}" type="presParOf" srcId="{783C6400-2A46-4F54-B7DE-284CF251FBE0}" destId="{BCA785E1-8B1E-4203-851F-49B887EE65D5}" srcOrd="0" destOrd="0" presId="urn:microsoft.com/office/officeart/2005/8/layout/hierarchy2"/>
    <dgm:cxn modelId="{467C16B5-CCAF-4E60-9ADA-D1F1073071F6}" type="presParOf" srcId="{189378C8-6858-455F-9E33-F230967E6D38}" destId="{FA571DBB-1C31-4967-BB57-A075D82389AC}" srcOrd="5" destOrd="0" presId="urn:microsoft.com/office/officeart/2005/8/layout/hierarchy2"/>
    <dgm:cxn modelId="{25611637-F55D-4658-8E0B-5DF74D56766E}" type="presParOf" srcId="{FA571DBB-1C31-4967-BB57-A075D82389AC}" destId="{6E4BB07F-4FFA-4DA1-B412-16647C45A44F}" srcOrd="0" destOrd="0" presId="urn:microsoft.com/office/officeart/2005/8/layout/hierarchy2"/>
    <dgm:cxn modelId="{C02436A3-7BD8-4E04-B4BC-C022DC309A76}" type="presParOf" srcId="{FA571DBB-1C31-4967-BB57-A075D82389AC}" destId="{56F1E065-073A-42EF-9F8A-AA823A52E2E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AB341F9-E59E-46DF-8286-2D75A33B43AA}" type="doc">
      <dgm:prSet loTypeId="urn:microsoft.com/office/officeart/2005/8/layout/hierarchy2" loCatId="hierarchy" qsTypeId="urn:microsoft.com/office/officeart/2005/8/quickstyle/simple4" qsCatId="simple" csTypeId="urn:microsoft.com/office/officeart/2005/8/colors/accent0_3" csCatId="mainScheme"/>
      <dgm:spPr/>
      <dgm:t>
        <a:bodyPr/>
        <a:lstStyle/>
        <a:p>
          <a:endParaRPr lang="en-US"/>
        </a:p>
      </dgm:t>
    </dgm:pt>
    <dgm:pt modelId="{6B2E4D8D-AB61-41C7-9D8F-DCFFA59F462E}">
      <dgm:prSet/>
      <dgm:spPr/>
      <dgm:t>
        <a:bodyPr/>
        <a:lstStyle/>
        <a:p>
          <a:r>
            <a:rPr lang="en-UG" dirty="0"/>
            <a:t>Strengthening Security Measures</a:t>
          </a:r>
          <a:endParaRPr lang="en-US" dirty="0"/>
        </a:p>
      </dgm:t>
    </dgm:pt>
    <dgm:pt modelId="{46F840F3-1B1F-4A04-881C-39823DD0E5D0}" type="parTrans" cxnId="{58A68E89-FAFD-46ED-998A-7C7DB4FFBA06}">
      <dgm:prSet/>
      <dgm:spPr/>
      <dgm:t>
        <a:bodyPr/>
        <a:lstStyle/>
        <a:p>
          <a:endParaRPr lang="en-US"/>
        </a:p>
      </dgm:t>
    </dgm:pt>
    <dgm:pt modelId="{216889E3-D1F1-4D6F-985B-1A76EFA49208}" type="sibTrans" cxnId="{58A68E89-FAFD-46ED-998A-7C7DB4FFBA06}">
      <dgm:prSet/>
      <dgm:spPr/>
      <dgm:t>
        <a:bodyPr/>
        <a:lstStyle/>
        <a:p>
          <a:endParaRPr lang="en-US"/>
        </a:p>
      </dgm:t>
    </dgm:pt>
    <dgm:pt modelId="{4E9A8193-D173-4031-ACA3-EFAC3B033403}">
      <dgm:prSet/>
      <dgm:spPr/>
      <dgm:t>
        <a:bodyPr/>
        <a:lstStyle/>
        <a:p>
          <a:r>
            <a:rPr lang="en-UG" dirty="0"/>
            <a:t>Key Points:</a:t>
          </a:r>
          <a:endParaRPr lang="en-US" dirty="0"/>
        </a:p>
      </dgm:t>
    </dgm:pt>
    <dgm:pt modelId="{81138243-ED70-40AB-85B8-D2B6FE49A0FC}" type="parTrans" cxnId="{4A4239BF-0EA8-406A-A7D6-A288999B1304}">
      <dgm:prSet/>
      <dgm:spPr/>
      <dgm:t>
        <a:bodyPr/>
        <a:lstStyle/>
        <a:p>
          <a:endParaRPr lang="en-US"/>
        </a:p>
      </dgm:t>
    </dgm:pt>
    <dgm:pt modelId="{B9B79EDD-1B0A-4829-AB18-769BE79B6D47}" type="sibTrans" cxnId="{4A4239BF-0EA8-406A-A7D6-A288999B1304}">
      <dgm:prSet/>
      <dgm:spPr/>
      <dgm:t>
        <a:bodyPr/>
        <a:lstStyle/>
        <a:p>
          <a:endParaRPr lang="en-US"/>
        </a:p>
      </dgm:t>
    </dgm:pt>
    <dgm:pt modelId="{DCC09A0B-724B-45D2-9315-9FC3AD5811AF}">
      <dgm:prSet/>
      <dgm:spPr/>
      <dgm:t>
        <a:bodyPr/>
        <a:lstStyle/>
        <a:p>
          <a:r>
            <a:rPr lang="en-UG" dirty="0"/>
            <a:t>Focus on enhancing security within cloud computing.</a:t>
          </a:r>
          <a:endParaRPr lang="en-US" dirty="0"/>
        </a:p>
      </dgm:t>
    </dgm:pt>
    <dgm:pt modelId="{EB5B917B-4BE4-499E-9164-A57A37D7DA0D}" type="parTrans" cxnId="{04D68353-EF3F-4224-A2BF-F30DB3452348}">
      <dgm:prSet/>
      <dgm:spPr/>
      <dgm:t>
        <a:bodyPr/>
        <a:lstStyle/>
        <a:p>
          <a:endParaRPr lang="en-US"/>
        </a:p>
      </dgm:t>
    </dgm:pt>
    <dgm:pt modelId="{9DB8EFC4-DC1F-4AB4-AB5C-7860F524E376}" type="sibTrans" cxnId="{04D68353-EF3F-4224-A2BF-F30DB3452348}">
      <dgm:prSet/>
      <dgm:spPr/>
      <dgm:t>
        <a:bodyPr/>
        <a:lstStyle/>
        <a:p>
          <a:endParaRPr lang="en-US"/>
        </a:p>
      </dgm:t>
    </dgm:pt>
    <dgm:pt modelId="{5F638616-A0EF-4E1D-9D10-07FDF34FDDF8}">
      <dgm:prSet/>
      <dgm:spPr/>
      <dgm:t>
        <a:bodyPr/>
        <a:lstStyle/>
        <a:p>
          <a:r>
            <a:rPr lang="en-UG"/>
            <a:t>Addressing data security, information security, and data confidentiality.</a:t>
          </a:r>
          <a:endParaRPr lang="en-US"/>
        </a:p>
      </dgm:t>
    </dgm:pt>
    <dgm:pt modelId="{E42B51E8-54C8-4ED6-AE2C-1088D06E853C}" type="parTrans" cxnId="{B4B90F52-7F04-489E-8DB4-B8B3C5DEA466}">
      <dgm:prSet/>
      <dgm:spPr/>
      <dgm:t>
        <a:bodyPr/>
        <a:lstStyle/>
        <a:p>
          <a:endParaRPr lang="en-US"/>
        </a:p>
      </dgm:t>
    </dgm:pt>
    <dgm:pt modelId="{FF507F79-89F5-4B11-920C-99193A465827}" type="sibTrans" cxnId="{B4B90F52-7F04-489E-8DB4-B8B3C5DEA466}">
      <dgm:prSet/>
      <dgm:spPr/>
      <dgm:t>
        <a:bodyPr/>
        <a:lstStyle/>
        <a:p>
          <a:endParaRPr lang="en-US"/>
        </a:p>
      </dgm:t>
    </dgm:pt>
    <dgm:pt modelId="{F3D31C19-323C-4ACD-AFAF-226AC1E83C5C}">
      <dgm:prSet/>
      <dgm:spPr/>
      <dgm:t>
        <a:bodyPr/>
        <a:lstStyle/>
        <a:p>
          <a:r>
            <a:rPr lang="en-UG"/>
            <a:t>Implementation of advanced security measures for robust protection.</a:t>
          </a:r>
          <a:endParaRPr lang="en-US"/>
        </a:p>
      </dgm:t>
    </dgm:pt>
    <dgm:pt modelId="{C946DE4E-1B29-4600-A4E4-6016440BE381}" type="parTrans" cxnId="{CA7BEAF0-01C9-448C-AB46-D9317EF58687}">
      <dgm:prSet/>
      <dgm:spPr/>
      <dgm:t>
        <a:bodyPr/>
        <a:lstStyle/>
        <a:p>
          <a:endParaRPr lang="en-US"/>
        </a:p>
      </dgm:t>
    </dgm:pt>
    <dgm:pt modelId="{6B8BC5AD-A062-44C6-BDC4-F634E41C2735}" type="sibTrans" cxnId="{CA7BEAF0-01C9-448C-AB46-D9317EF58687}">
      <dgm:prSet/>
      <dgm:spPr/>
      <dgm:t>
        <a:bodyPr/>
        <a:lstStyle/>
        <a:p>
          <a:endParaRPr lang="en-US"/>
        </a:p>
      </dgm:t>
    </dgm:pt>
    <dgm:pt modelId="{22B1FB2B-C564-459B-8CBC-1ACC36A700C0}" type="pres">
      <dgm:prSet presAssocID="{BAB341F9-E59E-46DF-8286-2D75A33B43AA}" presName="diagram" presStyleCnt="0">
        <dgm:presLayoutVars>
          <dgm:chPref val="1"/>
          <dgm:dir/>
          <dgm:animOne val="branch"/>
          <dgm:animLvl val="lvl"/>
          <dgm:resizeHandles val="exact"/>
        </dgm:presLayoutVars>
      </dgm:prSet>
      <dgm:spPr/>
    </dgm:pt>
    <dgm:pt modelId="{A6442E91-885E-4082-912C-7D1CF479EB37}" type="pres">
      <dgm:prSet presAssocID="{6B2E4D8D-AB61-41C7-9D8F-DCFFA59F462E}" presName="root1" presStyleCnt="0"/>
      <dgm:spPr/>
    </dgm:pt>
    <dgm:pt modelId="{0AFC3339-ACBE-4940-83C4-7BE74E686A7D}" type="pres">
      <dgm:prSet presAssocID="{6B2E4D8D-AB61-41C7-9D8F-DCFFA59F462E}" presName="LevelOneTextNode" presStyleLbl="node0" presStyleIdx="0" presStyleCnt="1">
        <dgm:presLayoutVars>
          <dgm:chPref val="3"/>
        </dgm:presLayoutVars>
      </dgm:prSet>
      <dgm:spPr/>
    </dgm:pt>
    <dgm:pt modelId="{BEAF08FA-F745-4745-B791-DCB790BC252A}" type="pres">
      <dgm:prSet presAssocID="{6B2E4D8D-AB61-41C7-9D8F-DCFFA59F462E}" presName="level2hierChild" presStyleCnt="0"/>
      <dgm:spPr/>
    </dgm:pt>
    <dgm:pt modelId="{4B36F359-6355-4451-B2CD-3FA4A1A37031}" type="pres">
      <dgm:prSet presAssocID="{81138243-ED70-40AB-85B8-D2B6FE49A0FC}" presName="conn2-1" presStyleLbl="parChTrans1D2" presStyleIdx="0" presStyleCnt="1"/>
      <dgm:spPr/>
    </dgm:pt>
    <dgm:pt modelId="{8F452B28-74C0-4944-97A0-2A27ABA67C2F}" type="pres">
      <dgm:prSet presAssocID="{81138243-ED70-40AB-85B8-D2B6FE49A0FC}" presName="connTx" presStyleLbl="parChTrans1D2" presStyleIdx="0" presStyleCnt="1"/>
      <dgm:spPr/>
    </dgm:pt>
    <dgm:pt modelId="{CA170335-0237-42FA-8C87-9A573F4EBF5A}" type="pres">
      <dgm:prSet presAssocID="{4E9A8193-D173-4031-ACA3-EFAC3B033403}" presName="root2" presStyleCnt="0"/>
      <dgm:spPr/>
    </dgm:pt>
    <dgm:pt modelId="{781C4C0E-7451-41A5-9250-BA70B02E8D8A}" type="pres">
      <dgm:prSet presAssocID="{4E9A8193-D173-4031-ACA3-EFAC3B033403}" presName="LevelTwoTextNode" presStyleLbl="node2" presStyleIdx="0" presStyleCnt="1">
        <dgm:presLayoutVars>
          <dgm:chPref val="3"/>
        </dgm:presLayoutVars>
      </dgm:prSet>
      <dgm:spPr/>
    </dgm:pt>
    <dgm:pt modelId="{A9B0E100-11A4-43DF-B11F-353D1BCBE65C}" type="pres">
      <dgm:prSet presAssocID="{4E9A8193-D173-4031-ACA3-EFAC3B033403}" presName="level3hierChild" presStyleCnt="0"/>
      <dgm:spPr/>
    </dgm:pt>
    <dgm:pt modelId="{4EC1719E-8C4B-481F-8E78-8140210AADE1}" type="pres">
      <dgm:prSet presAssocID="{EB5B917B-4BE4-499E-9164-A57A37D7DA0D}" presName="conn2-1" presStyleLbl="parChTrans1D3" presStyleIdx="0" presStyleCnt="3"/>
      <dgm:spPr/>
    </dgm:pt>
    <dgm:pt modelId="{F5ACB8EA-1FF6-4BF1-B693-76211DF6067A}" type="pres">
      <dgm:prSet presAssocID="{EB5B917B-4BE4-499E-9164-A57A37D7DA0D}" presName="connTx" presStyleLbl="parChTrans1D3" presStyleIdx="0" presStyleCnt="3"/>
      <dgm:spPr/>
    </dgm:pt>
    <dgm:pt modelId="{C0799AAF-06C4-478A-8BD7-6895D074FD9E}" type="pres">
      <dgm:prSet presAssocID="{DCC09A0B-724B-45D2-9315-9FC3AD5811AF}" presName="root2" presStyleCnt="0"/>
      <dgm:spPr/>
    </dgm:pt>
    <dgm:pt modelId="{94B9709B-C17A-4A54-8B84-1D5571C99296}" type="pres">
      <dgm:prSet presAssocID="{DCC09A0B-724B-45D2-9315-9FC3AD5811AF}" presName="LevelTwoTextNode" presStyleLbl="node3" presStyleIdx="0" presStyleCnt="3">
        <dgm:presLayoutVars>
          <dgm:chPref val="3"/>
        </dgm:presLayoutVars>
      </dgm:prSet>
      <dgm:spPr/>
    </dgm:pt>
    <dgm:pt modelId="{04275F8D-4A09-4FAA-84CF-A24CB5075B9B}" type="pres">
      <dgm:prSet presAssocID="{DCC09A0B-724B-45D2-9315-9FC3AD5811AF}" presName="level3hierChild" presStyleCnt="0"/>
      <dgm:spPr/>
    </dgm:pt>
    <dgm:pt modelId="{1E8934D6-1564-4878-98CE-8EF46076C467}" type="pres">
      <dgm:prSet presAssocID="{E42B51E8-54C8-4ED6-AE2C-1088D06E853C}" presName="conn2-1" presStyleLbl="parChTrans1D3" presStyleIdx="1" presStyleCnt="3"/>
      <dgm:spPr/>
    </dgm:pt>
    <dgm:pt modelId="{1E4C4939-680B-4B7E-B46A-2314BEE1806A}" type="pres">
      <dgm:prSet presAssocID="{E42B51E8-54C8-4ED6-AE2C-1088D06E853C}" presName="connTx" presStyleLbl="parChTrans1D3" presStyleIdx="1" presStyleCnt="3"/>
      <dgm:spPr/>
    </dgm:pt>
    <dgm:pt modelId="{3CC903A9-48FC-4162-B3AB-CFE0663FEF23}" type="pres">
      <dgm:prSet presAssocID="{5F638616-A0EF-4E1D-9D10-07FDF34FDDF8}" presName="root2" presStyleCnt="0"/>
      <dgm:spPr/>
    </dgm:pt>
    <dgm:pt modelId="{7D9421B0-4D2E-4479-9092-45B34988AE76}" type="pres">
      <dgm:prSet presAssocID="{5F638616-A0EF-4E1D-9D10-07FDF34FDDF8}" presName="LevelTwoTextNode" presStyleLbl="node3" presStyleIdx="1" presStyleCnt="3">
        <dgm:presLayoutVars>
          <dgm:chPref val="3"/>
        </dgm:presLayoutVars>
      </dgm:prSet>
      <dgm:spPr/>
    </dgm:pt>
    <dgm:pt modelId="{C64C53BF-F013-414D-B48C-71B3B8D00A5A}" type="pres">
      <dgm:prSet presAssocID="{5F638616-A0EF-4E1D-9D10-07FDF34FDDF8}" presName="level3hierChild" presStyleCnt="0"/>
      <dgm:spPr/>
    </dgm:pt>
    <dgm:pt modelId="{43E904A2-00AC-4755-81AE-B1E51ECD82E8}" type="pres">
      <dgm:prSet presAssocID="{C946DE4E-1B29-4600-A4E4-6016440BE381}" presName="conn2-1" presStyleLbl="parChTrans1D3" presStyleIdx="2" presStyleCnt="3"/>
      <dgm:spPr/>
    </dgm:pt>
    <dgm:pt modelId="{4EA18BC6-5395-47CA-A3B7-906D563CC282}" type="pres">
      <dgm:prSet presAssocID="{C946DE4E-1B29-4600-A4E4-6016440BE381}" presName="connTx" presStyleLbl="parChTrans1D3" presStyleIdx="2" presStyleCnt="3"/>
      <dgm:spPr/>
    </dgm:pt>
    <dgm:pt modelId="{08F0B38E-87C9-4870-A0F8-7718AAD4A4ED}" type="pres">
      <dgm:prSet presAssocID="{F3D31C19-323C-4ACD-AFAF-226AC1E83C5C}" presName="root2" presStyleCnt="0"/>
      <dgm:spPr/>
    </dgm:pt>
    <dgm:pt modelId="{2E014F9C-38A1-41BA-82CF-4FB2545722D1}" type="pres">
      <dgm:prSet presAssocID="{F3D31C19-323C-4ACD-AFAF-226AC1E83C5C}" presName="LevelTwoTextNode" presStyleLbl="node3" presStyleIdx="2" presStyleCnt="3">
        <dgm:presLayoutVars>
          <dgm:chPref val="3"/>
        </dgm:presLayoutVars>
      </dgm:prSet>
      <dgm:spPr/>
    </dgm:pt>
    <dgm:pt modelId="{CA6A3921-5A58-475E-AC24-53F9392E6C6D}" type="pres">
      <dgm:prSet presAssocID="{F3D31C19-323C-4ACD-AFAF-226AC1E83C5C}" presName="level3hierChild" presStyleCnt="0"/>
      <dgm:spPr/>
    </dgm:pt>
  </dgm:ptLst>
  <dgm:cxnLst>
    <dgm:cxn modelId="{15490B03-8F5C-43C8-96AF-90795CBCE1AD}" type="presOf" srcId="{C946DE4E-1B29-4600-A4E4-6016440BE381}" destId="{4EA18BC6-5395-47CA-A3B7-906D563CC282}" srcOrd="1" destOrd="0" presId="urn:microsoft.com/office/officeart/2005/8/layout/hierarchy2"/>
    <dgm:cxn modelId="{183B040A-65E7-4E3E-ADFE-5DD3C407627D}" type="presOf" srcId="{EB5B917B-4BE4-499E-9164-A57A37D7DA0D}" destId="{F5ACB8EA-1FF6-4BF1-B693-76211DF6067A}" srcOrd="1" destOrd="0" presId="urn:microsoft.com/office/officeart/2005/8/layout/hierarchy2"/>
    <dgm:cxn modelId="{76D0D216-2F45-4896-AC2A-0572A6E24820}" type="presOf" srcId="{5F638616-A0EF-4E1D-9D10-07FDF34FDDF8}" destId="{7D9421B0-4D2E-4479-9092-45B34988AE76}" srcOrd="0" destOrd="0" presId="urn:microsoft.com/office/officeart/2005/8/layout/hierarchy2"/>
    <dgm:cxn modelId="{8557301A-BD17-42D1-9960-9BA16A17AC7D}" type="presOf" srcId="{DCC09A0B-724B-45D2-9315-9FC3AD5811AF}" destId="{94B9709B-C17A-4A54-8B84-1D5571C99296}" srcOrd="0" destOrd="0" presId="urn:microsoft.com/office/officeart/2005/8/layout/hierarchy2"/>
    <dgm:cxn modelId="{D8B06765-C5EA-45D6-A237-7F472BBFCE0B}" type="presOf" srcId="{EB5B917B-4BE4-499E-9164-A57A37D7DA0D}" destId="{4EC1719E-8C4B-481F-8E78-8140210AADE1}" srcOrd="0" destOrd="0" presId="urn:microsoft.com/office/officeart/2005/8/layout/hierarchy2"/>
    <dgm:cxn modelId="{5C53B048-7BBE-4EFB-967F-7431DB3374A4}" type="presOf" srcId="{BAB341F9-E59E-46DF-8286-2D75A33B43AA}" destId="{22B1FB2B-C564-459B-8CBC-1ACC36A700C0}" srcOrd="0" destOrd="0" presId="urn:microsoft.com/office/officeart/2005/8/layout/hierarchy2"/>
    <dgm:cxn modelId="{B4B90F52-7F04-489E-8DB4-B8B3C5DEA466}" srcId="{4E9A8193-D173-4031-ACA3-EFAC3B033403}" destId="{5F638616-A0EF-4E1D-9D10-07FDF34FDDF8}" srcOrd="1" destOrd="0" parTransId="{E42B51E8-54C8-4ED6-AE2C-1088D06E853C}" sibTransId="{FF507F79-89F5-4B11-920C-99193A465827}"/>
    <dgm:cxn modelId="{04D68353-EF3F-4224-A2BF-F30DB3452348}" srcId="{4E9A8193-D173-4031-ACA3-EFAC3B033403}" destId="{DCC09A0B-724B-45D2-9315-9FC3AD5811AF}" srcOrd="0" destOrd="0" parTransId="{EB5B917B-4BE4-499E-9164-A57A37D7DA0D}" sibTransId="{9DB8EFC4-DC1F-4AB4-AB5C-7860F524E376}"/>
    <dgm:cxn modelId="{43E9F55A-32F6-4AC3-87D3-7B9523EA812A}" type="presOf" srcId="{F3D31C19-323C-4ACD-AFAF-226AC1E83C5C}" destId="{2E014F9C-38A1-41BA-82CF-4FB2545722D1}" srcOrd="0" destOrd="0" presId="urn:microsoft.com/office/officeart/2005/8/layout/hierarchy2"/>
    <dgm:cxn modelId="{179FDA7D-EBB4-4283-A38D-6210E9750035}" type="presOf" srcId="{E42B51E8-54C8-4ED6-AE2C-1088D06E853C}" destId="{1E8934D6-1564-4878-98CE-8EF46076C467}" srcOrd="0" destOrd="0" presId="urn:microsoft.com/office/officeart/2005/8/layout/hierarchy2"/>
    <dgm:cxn modelId="{BB903381-81A2-4F4B-9CDD-030F5D630207}" type="presOf" srcId="{81138243-ED70-40AB-85B8-D2B6FE49A0FC}" destId="{4B36F359-6355-4451-B2CD-3FA4A1A37031}" srcOrd="0" destOrd="0" presId="urn:microsoft.com/office/officeart/2005/8/layout/hierarchy2"/>
    <dgm:cxn modelId="{58A68E89-FAFD-46ED-998A-7C7DB4FFBA06}" srcId="{BAB341F9-E59E-46DF-8286-2D75A33B43AA}" destId="{6B2E4D8D-AB61-41C7-9D8F-DCFFA59F462E}" srcOrd="0" destOrd="0" parTransId="{46F840F3-1B1F-4A04-881C-39823DD0E5D0}" sibTransId="{216889E3-D1F1-4D6F-985B-1A76EFA49208}"/>
    <dgm:cxn modelId="{6701BE91-8EA4-4F7B-8465-E701B8CE4EF6}" type="presOf" srcId="{4E9A8193-D173-4031-ACA3-EFAC3B033403}" destId="{781C4C0E-7451-41A5-9250-BA70B02E8D8A}" srcOrd="0" destOrd="0" presId="urn:microsoft.com/office/officeart/2005/8/layout/hierarchy2"/>
    <dgm:cxn modelId="{1D59A999-3557-480D-8FD1-3631B377A7E5}" type="presOf" srcId="{81138243-ED70-40AB-85B8-D2B6FE49A0FC}" destId="{8F452B28-74C0-4944-97A0-2A27ABA67C2F}" srcOrd="1" destOrd="0" presId="urn:microsoft.com/office/officeart/2005/8/layout/hierarchy2"/>
    <dgm:cxn modelId="{3E33C3A2-89EC-4A53-A052-C4A20C45ABF4}" type="presOf" srcId="{6B2E4D8D-AB61-41C7-9D8F-DCFFA59F462E}" destId="{0AFC3339-ACBE-4940-83C4-7BE74E686A7D}" srcOrd="0" destOrd="0" presId="urn:microsoft.com/office/officeart/2005/8/layout/hierarchy2"/>
    <dgm:cxn modelId="{694B26A4-D29D-4707-A924-48E56251C412}" type="presOf" srcId="{C946DE4E-1B29-4600-A4E4-6016440BE381}" destId="{43E904A2-00AC-4755-81AE-B1E51ECD82E8}" srcOrd="0" destOrd="0" presId="urn:microsoft.com/office/officeart/2005/8/layout/hierarchy2"/>
    <dgm:cxn modelId="{690758B2-46EC-4772-9655-A7EC69E824FE}" type="presOf" srcId="{E42B51E8-54C8-4ED6-AE2C-1088D06E853C}" destId="{1E4C4939-680B-4B7E-B46A-2314BEE1806A}" srcOrd="1" destOrd="0" presId="urn:microsoft.com/office/officeart/2005/8/layout/hierarchy2"/>
    <dgm:cxn modelId="{4A4239BF-0EA8-406A-A7D6-A288999B1304}" srcId="{6B2E4D8D-AB61-41C7-9D8F-DCFFA59F462E}" destId="{4E9A8193-D173-4031-ACA3-EFAC3B033403}" srcOrd="0" destOrd="0" parTransId="{81138243-ED70-40AB-85B8-D2B6FE49A0FC}" sibTransId="{B9B79EDD-1B0A-4829-AB18-769BE79B6D47}"/>
    <dgm:cxn modelId="{CA7BEAF0-01C9-448C-AB46-D9317EF58687}" srcId="{4E9A8193-D173-4031-ACA3-EFAC3B033403}" destId="{F3D31C19-323C-4ACD-AFAF-226AC1E83C5C}" srcOrd="2" destOrd="0" parTransId="{C946DE4E-1B29-4600-A4E4-6016440BE381}" sibTransId="{6B8BC5AD-A062-44C6-BDC4-F634E41C2735}"/>
    <dgm:cxn modelId="{DD62D549-5C26-4D74-982C-1309E8690796}" type="presParOf" srcId="{22B1FB2B-C564-459B-8CBC-1ACC36A700C0}" destId="{A6442E91-885E-4082-912C-7D1CF479EB37}" srcOrd="0" destOrd="0" presId="urn:microsoft.com/office/officeart/2005/8/layout/hierarchy2"/>
    <dgm:cxn modelId="{6BBBED0B-1673-41DE-A7F0-BBF32AA3881E}" type="presParOf" srcId="{A6442E91-885E-4082-912C-7D1CF479EB37}" destId="{0AFC3339-ACBE-4940-83C4-7BE74E686A7D}" srcOrd="0" destOrd="0" presId="urn:microsoft.com/office/officeart/2005/8/layout/hierarchy2"/>
    <dgm:cxn modelId="{11F55570-AA83-4542-9DA9-F549B3F0B903}" type="presParOf" srcId="{A6442E91-885E-4082-912C-7D1CF479EB37}" destId="{BEAF08FA-F745-4745-B791-DCB790BC252A}" srcOrd="1" destOrd="0" presId="urn:microsoft.com/office/officeart/2005/8/layout/hierarchy2"/>
    <dgm:cxn modelId="{A9B68C33-A84C-4A79-917B-B0EEAE8975A0}" type="presParOf" srcId="{BEAF08FA-F745-4745-B791-DCB790BC252A}" destId="{4B36F359-6355-4451-B2CD-3FA4A1A37031}" srcOrd="0" destOrd="0" presId="urn:microsoft.com/office/officeart/2005/8/layout/hierarchy2"/>
    <dgm:cxn modelId="{B232348B-852B-47FF-A4D8-6468DA90035C}" type="presParOf" srcId="{4B36F359-6355-4451-B2CD-3FA4A1A37031}" destId="{8F452B28-74C0-4944-97A0-2A27ABA67C2F}" srcOrd="0" destOrd="0" presId="urn:microsoft.com/office/officeart/2005/8/layout/hierarchy2"/>
    <dgm:cxn modelId="{BCD52E14-DC37-49F1-8C3C-6AC8A5456F71}" type="presParOf" srcId="{BEAF08FA-F745-4745-B791-DCB790BC252A}" destId="{CA170335-0237-42FA-8C87-9A573F4EBF5A}" srcOrd="1" destOrd="0" presId="urn:microsoft.com/office/officeart/2005/8/layout/hierarchy2"/>
    <dgm:cxn modelId="{E356D590-E72C-4FD7-A01D-7E72959E4F14}" type="presParOf" srcId="{CA170335-0237-42FA-8C87-9A573F4EBF5A}" destId="{781C4C0E-7451-41A5-9250-BA70B02E8D8A}" srcOrd="0" destOrd="0" presId="urn:microsoft.com/office/officeart/2005/8/layout/hierarchy2"/>
    <dgm:cxn modelId="{D1EBB31F-A904-4D46-8F88-5149E78A24E6}" type="presParOf" srcId="{CA170335-0237-42FA-8C87-9A573F4EBF5A}" destId="{A9B0E100-11A4-43DF-B11F-353D1BCBE65C}" srcOrd="1" destOrd="0" presId="urn:microsoft.com/office/officeart/2005/8/layout/hierarchy2"/>
    <dgm:cxn modelId="{81DC8AA3-1BF2-4042-A449-7BC842BE7FE2}" type="presParOf" srcId="{A9B0E100-11A4-43DF-B11F-353D1BCBE65C}" destId="{4EC1719E-8C4B-481F-8E78-8140210AADE1}" srcOrd="0" destOrd="0" presId="urn:microsoft.com/office/officeart/2005/8/layout/hierarchy2"/>
    <dgm:cxn modelId="{7035287A-55F2-427F-A54B-1E2F358986E5}" type="presParOf" srcId="{4EC1719E-8C4B-481F-8E78-8140210AADE1}" destId="{F5ACB8EA-1FF6-4BF1-B693-76211DF6067A}" srcOrd="0" destOrd="0" presId="urn:microsoft.com/office/officeart/2005/8/layout/hierarchy2"/>
    <dgm:cxn modelId="{691F53A7-3BBD-460A-B65A-53153789FBF8}" type="presParOf" srcId="{A9B0E100-11A4-43DF-B11F-353D1BCBE65C}" destId="{C0799AAF-06C4-478A-8BD7-6895D074FD9E}" srcOrd="1" destOrd="0" presId="urn:microsoft.com/office/officeart/2005/8/layout/hierarchy2"/>
    <dgm:cxn modelId="{90366570-44CE-4CBB-AA1F-7FC9FA25F557}" type="presParOf" srcId="{C0799AAF-06C4-478A-8BD7-6895D074FD9E}" destId="{94B9709B-C17A-4A54-8B84-1D5571C99296}" srcOrd="0" destOrd="0" presId="urn:microsoft.com/office/officeart/2005/8/layout/hierarchy2"/>
    <dgm:cxn modelId="{189444BE-5141-4DB7-BC6D-F907430E467F}" type="presParOf" srcId="{C0799AAF-06C4-478A-8BD7-6895D074FD9E}" destId="{04275F8D-4A09-4FAA-84CF-A24CB5075B9B}" srcOrd="1" destOrd="0" presId="urn:microsoft.com/office/officeart/2005/8/layout/hierarchy2"/>
    <dgm:cxn modelId="{9DAA8D33-7019-4C3E-B4C1-7A0C277CA5F9}" type="presParOf" srcId="{A9B0E100-11A4-43DF-B11F-353D1BCBE65C}" destId="{1E8934D6-1564-4878-98CE-8EF46076C467}" srcOrd="2" destOrd="0" presId="urn:microsoft.com/office/officeart/2005/8/layout/hierarchy2"/>
    <dgm:cxn modelId="{8D1D5DE4-401D-4696-B045-7E971211E963}" type="presParOf" srcId="{1E8934D6-1564-4878-98CE-8EF46076C467}" destId="{1E4C4939-680B-4B7E-B46A-2314BEE1806A}" srcOrd="0" destOrd="0" presId="urn:microsoft.com/office/officeart/2005/8/layout/hierarchy2"/>
    <dgm:cxn modelId="{BF307FBD-5733-4F93-BBCD-BFBD6135B4BB}" type="presParOf" srcId="{A9B0E100-11A4-43DF-B11F-353D1BCBE65C}" destId="{3CC903A9-48FC-4162-B3AB-CFE0663FEF23}" srcOrd="3" destOrd="0" presId="urn:microsoft.com/office/officeart/2005/8/layout/hierarchy2"/>
    <dgm:cxn modelId="{01D3EBB7-337C-4794-B1C6-599E0494C2D3}" type="presParOf" srcId="{3CC903A9-48FC-4162-B3AB-CFE0663FEF23}" destId="{7D9421B0-4D2E-4479-9092-45B34988AE76}" srcOrd="0" destOrd="0" presId="urn:microsoft.com/office/officeart/2005/8/layout/hierarchy2"/>
    <dgm:cxn modelId="{C2975EFF-3CA2-4F4A-A9B9-A94BE33DB4D2}" type="presParOf" srcId="{3CC903A9-48FC-4162-B3AB-CFE0663FEF23}" destId="{C64C53BF-F013-414D-B48C-71B3B8D00A5A}" srcOrd="1" destOrd="0" presId="urn:microsoft.com/office/officeart/2005/8/layout/hierarchy2"/>
    <dgm:cxn modelId="{DF89FBF0-2AB4-4999-8434-5B1AA4A3278D}" type="presParOf" srcId="{A9B0E100-11A4-43DF-B11F-353D1BCBE65C}" destId="{43E904A2-00AC-4755-81AE-B1E51ECD82E8}" srcOrd="4" destOrd="0" presId="urn:microsoft.com/office/officeart/2005/8/layout/hierarchy2"/>
    <dgm:cxn modelId="{95F67288-30C2-46F3-A92F-CA09CD3C27D6}" type="presParOf" srcId="{43E904A2-00AC-4755-81AE-B1E51ECD82E8}" destId="{4EA18BC6-5395-47CA-A3B7-906D563CC282}" srcOrd="0" destOrd="0" presId="urn:microsoft.com/office/officeart/2005/8/layout/hierarchy2"/>
    <dgm:cxn modelId="{9BA4BF76-19C9-4C3F-AE0E-A8BC69832AB1}" type="presParOf" srcId="{A9B0E100-11A4-43DF-B11F-353D1BCBE65C}" destId="{08F0B38E-87C9-4870-A0F8-7718AAD4A4ED}" srcOrd="5" destOrd="0" presId="urn:microsoft.com/office/officeart/2005/8/layout/hierarchy2"/>
    <dgm:cxn modelId="{3E080083-497B-4CD8-BE0C-87E8DD12D6A5}" type="presParOf" srcId="{08F0B38E-87C9-4870-A0F8-7718AAD4A4ED}" destId="{2E014F9C-38A1-41BA-82CF-4FB2545722D1}" srcOrd="0" destOrd="0" presId="urn:microsoft.com/office/officeart/2005/8/layout/hierarchy2"/>
    <dgm:cxn modelId="{C3707A20-8A1B-47C0-AE44-38E8EB882C2A}" type="presParOf" srcId="{08F0B38E-87C9-4870-A0F8-7718AAD4A4ED}" destId="{CA6A3921-5A58-475E-AC24-53F9392E6C6D}"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A37016-7F70-46FB-8A02-ACB89C9EF683}">
      <dsp:nvSpPr>
        <dsp:cNvPr id="0" name=""/>
        <dsp:cNvSpPr/>
      </dsp:nvSpPr>
      <dsp:spPr>
        <a:xfrm>
          <a:off x="0" y="531"/>
          <a:ext cx="5393361"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EB17BD-C97F-40C7-BDFF-6EB63848DCF8}">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898DF01-0DEC-4565-907B-5D7FE3AAAAD7}">
      <dsp:nvSpPr>
        <dsp:cNvPr id="0" name=""/>
        <dsp:cNvSpPr/>
      </dsp:nvSpPr>
      <dsp:spPr>
        <a:xfrm>
          <a:off x="1435590" y="531"/>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66750">
            <a:lnSpc>
              <a:spcPct val="90000"/>
            </a:lnSpc>
            <a:spcBef>
              <a:spcPct val="0"/>
            </a:spcBef>
            <a:spcAft>
              <a:spcPct val="35000"/>
            </a:spcAft>
            <a:buNone/>
          </a:pPr>
          <a:r>
            <a:rPr lang="en-US" sz="1500" b="0" i="0" kern="1200" dirty="0"/>
            <a:t>Reliability &amp; Performance: Lag, outages, and dependence on cloud resources can impact performance. Robust network management and fault tolerance are key.</a:t>
          </a:r>
          <a:endParaRPr lang="en-US" sz="1500" kern="1200" dirty="0"/>
        </a:p>
      </dsp:txBody>
      <dsp:txXfrm>
        <a:off x="1435590" y="531"/>
        <a:ext cx="3957770" cy="1242935"/>
      </dsp:txXfrm>
    </dsp:sp>
    <dsp:sp modelId="{BEF44343-A00F-45CE-B7D4-711F0DF91439}">
      <dsp:nvSpPr>
        <dsp:cNvPr id="0" name=""/>
        <dsp:cNvSpPr/>
      </dsp:nvSpPr>
      <dsp:spPr>
        <a:xfrm>
          <a:off x="0" y="1554201"/>
          <a:ext cx="5393361"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5540D-F67C-43B8-AFFD-84CE175A53B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71201D-C3C2-45F5-B4EC-E4B4A6510513}">
      <dsp:nvSpPr>
        <dsp:cNvPr id="0" name=""/>
        <dsp:cNvSpPr/>
      </dsp:nvSpPr>
      <dsp:spPr>
        <a:xfrm>
          <a:off x="1435590" y="1554201"/>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66750">
            <a:lnSpc>
              <a:spcPct val="90000"/>
            </a:lnSpc>
            <a:spcBef>
              <a:spcPct val="0"/>
            </a:spcBef>
            <a:spcAft>
              <a:spcPct val="35000"/>
            </a:spcAft>
            <a:buNone/>
          </a:pPr>
          <a:r>
            <a:rPr lang="en-US" sz="1500" b="0" i="0" kern="1200" dirty="0"/>
            <a:t>Resource Provisioning &amp; Scheduling: Efficient algorithms are needed to optimize resource allocation, reduce response times, and manage large demands.</a:t>
          </a:r>
          <a:endParaRPr lang="en-US" sz="1500" kern="1200" dirty="0"/>
        </a:p>
      </dsp:txBody>
      <dsp:txXfrm>
        <a:off x="1435590" y="1554201"/>
        <a:ext cx="3957770" cy="1242935"/>
      </dsp:txXfrm>
    </dsp:sp>
    <dsp:sp modelId="{909BEB2B-C7CD-408B-BC22-2EAAC51A86E0}">
      <dsp:nvSpPr>
        <dsp:cNvPr id="0" name=""/>
        <dsp:cNvSpPr/>
      </dsp:nvSpPr>
      <dsp:spPr>
        <a:xfrm>
          <a:off x="0" y="3107870"/>
          <a:ext cx="5393361"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A56877-4D21-422B-B60F-0AB88FD8ACA2}">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294BB14-82F6-4743-9B46-F8C2684D978C}">
      <dsp:nvSpPr>
        <dsp:cNvPr id="0" name=""/>
        <dsp:cNvSpPr/>
      </dsp:nvSpPr>
      <dsp:spPr>
        <a:xfrm>
          <a:off x="1435590" y="3107870"/>
          <a:ext cx="3957770"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666750">
            <a:lnSpc>
              <a:spcPct val="90000"/>
            </a:lnSpc>
            <a:spcBef>
              <a:spcPct val="0"/>
            </a:spcBef>
            <a:spcAft>
              <a:spcPct val="35000"/>
            </a:spcAft>
            <a:buNone/>
          </a:pPr>
          <a:r>
            <a:rPr lang="en-US" sz="1500" b="0" i="0" kern="1200"/>
            <a:t>Management Issues: Complexities like resource consolidation, client management, and single-provider limitations require advanced solutions like decentralization and multi-cloud strategies.</a:t>
          </a:r>
          <a:endParaRPr lang="en-US" sz="1500" kern="1200"/>
        </a:p>
      </dsp:txBody>
      <dsp:txXfrm>
        <a:off x="1435590" y="3107870"/>
        <a:ext cx="3957770"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E1D92-826F-4EDA-8425-18B52C9A16D2}">
      <dsp:nvSpPr>
        <dsp:cNvPr id="0" name=""/>
        <dsp:cNvSpPr/>
      </dsp:nvSpPr>
      <dsp:spPr>
        <a:xfrm>
          <a:off x="0" y="1498303"/>
          <a:ext cx="5153637" cy="1205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440540-6EFF-4125-9AD5-376CAC3EC34C}">
      <dsp:nvSpPr>
        <dsp:cNvPr id="0" name=""/>
        <dsp:cNvSpPr/>
      </dsp:nvSpPr>
      <dsp:spPr>
        <a:xfrm>
          <a:off x="364594" y="328214"/>
          <a:ext cx="662899" cy="6628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79423F2-86AD-4EE6-B7C7-EE6357CED2CF}">
      <dsp:nvSpPr>
        <dsp:cNvPr id="0" name=""/>
        <dsp:cNvSpPr/>
      </dsp:nvSpPr>
      <dsp:spPr>
        <a:xfrm>
          <a:off x="1392088" y="128270"/>
          <a:ext cx="3740833" cy="9362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170" tIns="114170" rIns="114170" bIns="114170" numCol="1" spcCol="1270" anchor="ctr" anchorCtr="0">
          <a:noAutofit/>
        </a:bodyPr>
        <a:lstStyle/>
        <a:p>
          <a:pPr marL="0" lvl="0" indent="0" algn="l" defTabSz="622300">
            <a:lnSpc>
              <a:spcPct val="100000"/>
            </a:lnSpc>
            <a:spcBef>
              <a:spcPct val="0"/>
            </a:spcBef>
            <a:spcAft>
              <a:spcPct val="35000"/>
            </a:spcAft>
            <a:buNone/>
          </a:pPr>
          <a:r>
            <a:rPr lang="en-US" sz="1400" b="0" i="0" kern="1200" dirty="0"/>
            <a:t>Fault Tolerance: Keeping services running despite failures is crucial. Redundancy, disaster recovery plans, and self-healing systems are vital.</a:t>
          </a:r>
          <a:endParaRPr lang="en-US" sz="1400" kern="1200" dirty="0"/>
        </a:p>
      </dsp:txBody>
      <dsp:txXfrm>
        <a:off x="1392088" y="128270"/>
        <a:ext cx="3740833" cy="936285"/>
      </dsp:txXfrm>
    </dsp:sp>
    <dsp:sp modelId="{110270B8-F624-4F0A-A8D9-045CD5D81AEE}">
      <dsp:nvSpPr>
        <dsp:cNvPr id="0" name=""/>
        <dsp:cNvSpPr/>
      </dsp:nvSpPr>
      <dsp:spPr>
        <a:xfrm>
          <a:off x="0" y="1573033"/>
          <a:ext cx="5153637" cy="1205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98953D-4B05-413E-BFC9-B1EA580A6C55}">
      <dsp:nvSpPr>
        <dsp:cNvPr id="0" name=""/>
        <dsp:cNvSpPr/>
      </dsp:nvSpPr>
      <dsp:spPr>
        <a:xfrm>
          <a:off x="364594" y="1844219"/>
          <a:ext cx="662899" cy="6628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CE163E1-E8A3-40C9-9867-F1A13A8C75D6}">
      <dsp:nvSpPr>
        <dsp:cNvPr id="0" name=""/>
        <dsp:cNvSpPr/>
      </dsp:nvSpPr>
      <dsp:spPr>
        <a:xfrm>
          <a:off x="1392088" y="1573033"/>
          <a:ext cx="3740833" cy="1078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170" tIns="114170" rIns="114170" bIns="114170" numCol="1" spcCol="1270" anchor="ctr" anchorCtr="0">
          <a:noAutofit/>
        </a:bodyPr>
        <a:lstStyle/>
        <a:p>
          <a:pPr marL="0" lvl="0" indent="0" algn="l" defTabSz="622300">
            <a:lnSpc>
              <a:spcPct val="100000"/>
            </a:lnSpc>
            <a:spcBef>
              <a:spcPct val="0"/>
            </a:spcBef>
            <a:spcAft>
              <a:spcPct val="35000"/>
            </a:spcAft>
            <a:buNone/>
          </a:pPr>
          <a:r>
            <a:rPr lang="en-US" sz="1400" b="0" i="0" kern="1200"/>
            <a:t>Privacy &amp; Transparency: Building trust with user data privacy and service transparency is essential. Strong encryption, clear policies, and regular audits are crucial.</a:t>
          </a:r>
          <a:endParaRPr lang="en-US" sz="1400" kern="1200"/>
        </a:p>
      </dsp:txBody>
      <dsp:txXfrm>
        <a:off x="1392088" y="1573033"/>
        <a:ext cx="3740833" cy="1078768"/>
      </dsp:txXfrm>
    </dsp:sp>
    <dsp:sp modelId="{9888BDDE-1898-4479-AB16-4485C972FCF7}">
      <dsp:nvSpPr>
        <dsp:cNvPr id="0" name=""/>
        <dsp:cNvSpPr/>
      </dsp:nvSpPr>
      <dsp:spPr>
        <a:xfrm>
          <a:off x="0" y="3089038"/>
          <a:ext cx="5153637" cy="1205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38CED7-5D95-4F30-9154-F4EDE4F420BD}">
      <dsp:nvSpPr>
        <dsp:cNvPr id="0" name=""/>
        <dsp:cNvSpPr/>
      </dsp:nvSpPr>
      <dsp:spPr>
        <a:xfrm>
          <a:off x="364594" y="3360224"/>
          <a:ext cx="662899" cy="6628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740F04-2B93-4821-97BC-845B7791226D}">
      <dsp:nvSpPr>
        <dsp:cNvPr id="0" name=""/>
        <dsp:cNvSpPr/>
      </dsp:nvSpPr>
      <dsp:spPr>
        <a:xfrm>
          <a:off x="1392088" y="3089038"/>
          <a:ext cx="3740833" cy="1078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170" tIns="114170" rIns="114170" bIns="114170" numCol="1" spcCol="1270" anchor="ctr" anchorCtr="0">
          <a:noAutofit/>
        </a:bodyPr>
        <a:lstStyle/>
        <a:p>
          <a:pPr marL="0" lvl="0" indent="0" algn="l" defTabSz="622300">
            <a:lnSpc>
              <a:spcPct val="100000"/>
            </a:lnSpc>
            <a:spcBef>
              <a:spcPct val="0"/>
            </a:spcBef>
            <a:spcAft>
              <a:spcPct val="35000"/>
            </a:spcAft>
            <a:buNone/>
          </a:pPr>
          <a:r>
            <a:rPr lang="en-US" sz="1400" b="0" i="0" kern="1200" dirty="0"/>
            <a:t>Security: The biggest challenge. Data security, integrity, and confidentiality are at stake. Strong protocols, access control, and continuous monitoring are necessary.</a:t>
          </a:r>
          <a:endParaRPr lang="en-US" sz="1400" kern="1200" dirty="0"/>
        </a:p>
      </dsp:txBody>
      <dsp:txXfrm>
        <a:off x="1392088" y="3089038"/>
        <a:ext cx="3740833" cy="10787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41D9B-4F14-4A11-BD3E-355E3461336C}">
      <dsp:nvSpPr>
        <dsp:cNvPr id="0" name=""/>
        <dsp:cNvSpPr/>
      </dsp:nvSpPr>
      <dsp:spPr>
        <a:xfrm>
          <a:off x="0" y="1997"/>
          <a:ext cx="5374547" cy="0"/>
        </a:xfrm>
        <a:prstGeom prst="line">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6E0299-9B98-4F17-B567-E3F9551F1286}">
      <dsp:nvSpPr>
        <dsp:cNvPr id="0" name=""/>
        <dsp:cNvSpPr/>
      </dsp:nvSpPr>
      <dsp:spPr>
        <a:xfrm>
          <a:off x="0" y="1997"/>
          <a:ext cx="5374547"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t>Network:  Attacks on communication channels and infrastructure.</a:t>
          </a:r>
          <a:endParaRPr lang="en-US" sz="2800" kern="1200" dirty="0"/>
        </a:p>
      </dsp:txBody>
      <dsp:txXfrm>
        <a:off x="0" y="1997"/>
        <a:ext cx="5374547" cy="1361967"/>
      </dsp:txXfrm>
    </dsp:sp>
    <dsp:sp modelId="{B2DC6EEA-4D6A-4E0B-B9A0-FFE22B55CDC9}">
      <dsp:nvSpPr>
        <dsp:cNvPr id="0" name=""/>
        <dsp:cNvSpPr/>
      </dsp:nvSpPr>
      <dsp:spPr>
        <a:xfrm>
          <a:off x="0" y="1363964"/>
          <a:ext cx="5374547" cy="0"/>
        </a:xfrm>
        <a:prstGeom prst="line">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59F505-936A-40F9-90E6-72BA7ADD743A}">
      <dsp:nvSpPr>
        <dsp:cNvPr id="0" name=""/>
        <dsp:cNvSpPr/>
      </dsp:nvSpPr>
      <dsp:spPr>
        <a:xfrm>
          <a:off x="0" y="1363964"/>
          <a:ext cx="5374547"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t>Hardware:  Exploiting physical resources like memory and caches for sensitive data access.</a:t>
          </a:r>
          <a:endParaRPr lang="en-US" sz="2800" kern="1200" dirty="0"/>
        </a:p>
      </dsp:txBody>
      <dsp:txXfrm>
        <a:off x="0" y="1363964"/>
        <a:ext cx="5374547" cy="1361967"/>
      </dsp:txXfrm>
    </dsp:sp>
    <dsp:sp modelId="{018FCEFA-627E-4592-A77F-F7F347E6046A}">
      <dsp:nvSpPr>
        <dsp:cNvPr id="0" name=""/>
        <dsp:cNvSpPr/>
      </dsp:nvSpPr>
      <dsp:spPr>
        <a:xfrm>
          <a:off x="0" y="2725931"/>
          <a:ext cx="5374547" cy="0"/>
        </a:xfrm>
        <a:prstGeom prst="line">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72A52-AE6C-4468-ABCA-7130740DF5E8}">
      <dsp:nvSpPr>
        <dsp:cNvPr id="0" name=""/>
        <dsp:cNvSpPr/>
      </dsp:nvSpPr>
      <dsp:spPr>
        <a:xfrm>
          <a:off x="0" y="2725931"/>
          <a:ext cx="5374547"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t>Hypervisor:  Compromising the core software managing VMs to control entire systems.</a:t>
          </a:r>
          <a:endParaRPr lang="en-US" sz="2800" kern="1200" dirty="0"/>
        </a:p>
      </dsp:txBody>
      <dsp:txXfrm>
        <a:off x="0" y="2725931"/>
        <a:ext cx="5374547" cy="13619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7963B-3205-4D4E-8D8D-E496368E5EFC}">
      <dsp:nvSpPr>
        <dsp:cNvPr id="0" name=""/>
        <dsp:cNvSpPr/>
      </dsp:nvSpPr>
      <dsp:spPr>
        <a:xfrm>
          <a:off x="0" y="1997"/>
          <a:ext cx="5276158" cy="0"/>
        </a:xfrm>
        <a:prstGeom prst="line">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573AB4-0B49-4151-A4D0-4FB6CC07C63C}">
      <dsp:nvSpPr>
        <dsp:cNvPr id="0" name=""/>
        <dsp:cNvSpPr/>
      </dsp:nvSpPr>
      <dsp:spPr>
        <a:xfrm>
          <a:off x="0" y="1997"/>
          <a:ext cx="5276158"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Network Security:  </a:t>
          </a:r>
        </a:p>
        <a:p>
          <a:pPr marL="0" lvl="0" indent="0" algn="l" defTabSz="977900">
            <a:lnSpc>
              <a:spcPct val="90000"/>
            </a:lnSpc>
            <a:spcBef>
              <a:spcPct val="0"/>
            </a:spcBef>
            <a:spcAft>
              <a:spcPct val="35000"/>
            </a:spcAft>
            <a:buNone/>
          </a:pPr>
          <a:r>
            <a:rPr lang="en-US" sz="2200" b="0" i="0" kern="1200" dirty="0"/>
            <a:t>Antivirus, firewalls, and intrusion detection systems.</a:t>
          </a:r>
          <a:endParaRPr lang="en-US" sz="2200" kern="1200" dirty="0"/>
        </a:p>
      </dsp:txBody>
      <dsp:txXfrm>
        <a:off x="0" y="1997"/>
        <a:ext cx="5276158" cy="1361967"/>
      </dsp:txXfrm>
    </dsp:sp>
    <dsp:sp modelId="{60CC0341-6D25-40BB-AE11-B68142E29F57}">
      <dsp:nvSpPr>
        <dsp:cNvPr id="0" name=""/>
        <dsp:cNvSpPr/>
      </dsp:nvSpPr>
      <dsp:spPr>
        <a:xfrm>
          <a:off x="0" y="1363964"/>
          <a:ext cx="5276158" cy="0"/>
        </a:xfrm>
        <a:prstGeom prst="line">
          <a:avLst/>
        </a:prstGeom>
        <a:solidFill>
          <a:schemeClr val="accent2">
            <a:hueOff val="-305854"/>
            <a:satOff val="16268"/>
            <a:lumOff val="4705"/>
            <a:alphaOff val="0"/>
          </a:schemeClr>
        </a:solidFill>
        <a:ln w="22225" cap="rnd" cmpd="sng" algn="ctr">
          <a:solidFill>
            <a:schemeClr val="accent2">
              <a:hueOff val="-305854"/>
              <a:satOff val="16268"/>
              <a:lumOff val="47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6F744B-BB79-4426-BACB-818874E1A9BA}">
      <dsp:nvSpPr>
        <dsp:cNvPr id="0" name=""/>
        <dsp:cNvSpPr/>
      </dsp:nvSpPr>
      <dsp:spPr>
        <a:xfrm>
          <a:off x="0" y="1363964"/>
          <a:ext cx="5276158"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Hardware Security: </a:t>
          </a:r>
        </a:p>
        <a:p>
          <a:pPr marL="0" lvl="0" indent="0" algn="l" defTabSz="977900">
            <a:lnSpc>
              <a:spcPct val="90000"/>
            </a:lnSpc>
            <a:spcBef>
              <a:spcPct val="0"/>
            </a:spcBef>
            <a:spcAft>
              <a:spcPct val="35000"/>
            </a:spcAft>
            <a:buNone/>
          </a:pPr>
          <a:r>
            <a:rPr lang="en-US" sz="2200" b="0" i="0" kern="1200" dirty="0"/>
            <a:t>Cryptography, isolation technologies, and trusted execution environments.</a:t>
          </a:r>
          <a:endParaRPr lang="en-US" sz="2200" kern="1200" dirty="0"/>
        </a:p>
      </dsp:txBody>
      <dsp:txXfrm>
        <a:off x="0" y="1363964"/>
        <a:ext cx="5276158" cy="1361967"/>
      </dsp:txXfrm>
    </dsp:sp>
    <dsp:sp modelId="{E5018982-035A-442F-8C8D-AAB9953C9A45}">
      <dsp:nvSpPr>
        <dsp:cNvPr id="0" name=""/>
        <dsp:cNvSpPr/>
      </dsp:nvSpPr>
      <dsp:spPr>
        <a:xfrm>
          <a:off x="0" y="2725931"/>
          <a:ext cx="5276158" cy="0"/>
        </a:xfrm>
        <a:prstGeom prst="line">
          <a:avLst/>
        </a:prstGeom>
        <a:solidFill>
          <a:schemeClr val="accent2">
            <a:hueOff val="-611709"/>
            <a:satOff val="32535"/>
            <a:lumOff val="9411"/>
            <a:alphaOff val="0"/>
          </a:schemeClr>
        </a:solidFill>
        <a:ln w="22225" cap="rnd" cmpd="sng" algn="ctr">
          <a:solidFill>
            <a:schemeClr val="accent2">
              <a:hueOff val="-611709"/>
              <a:satOff val="32535"/>
              <a:lumOff val="941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EA4B5B-426E-42EF-B9F9-77FF7ECCFABE}">
      <dsp:nvSpPr>
        <dsp:cNvPr id="0" name=""/>
        <dsp:cNvSpPr/>
      </dsp:nvSpPr>
      <dsp:spPr>
        <a:xfrm>
          <a:off x="0" y="2725931"/>
          <a:ext cx="5276158" cy="1361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Hypervisor Security: </a:t>
          </a:r>
          <a:br>
            <a:rPr lang="en-US" sz="2200" b="0" i="0" kern="1200" dirty="0"/>
          </a:br>
          <a:r>
            <a:rPr lang="en-US" sz="2200" b="0" i="0" kern="1200" dirty="0"/>
            <a:t>Software and hardware isolation mechanisms, secure boot, and memory encryption.</a:t>
          </a:r>
          <a:endParaRPr lang="en-US" sz="2200" kern="1200" dirty="0"/>
        </a:p>
      </dsp:txBody>
      <dsp:txXfrm>
        <a:off x="0" y="2725931"/>
        <a:ext cx="5276158" cy="13619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4B607-D82C-4664-B870-D14637F4F9E7}">
      <dsp:nvSpPr>
        <dsp:cNvPr id="0" name=""/>
        <dsp:cNvSpPr/>
      </dsp:nvSpPr>
      <dsp:spPr>
        <a:xfrm>
          <a:off x="452736"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Automation and Optimization with ML</a:t>
          </a:r>
          <a:endParaRPr lang="en-US" sz="2100" kern="1200"/>
        </a:p>
      </dsp:txBody>
      <dsp:txXfrm>
        <a:off x="489772" y="1493239"/>
        <a:ext cx="2454908" cy="1190418"/>
      </dsp:txXfrm>
    </dsp:sp>
    <dsp:sp modelId="{BBAC766B-0E6C-472B-B9E4-8FC133F2D63C}">
      <dsp:nvSpPr>
        <dsp:cNvPr id="0" name=""/>
        <dsp:cNvSpPr/>
      </dsp:nvSpPr>
      <dsp:spPr>
        <a:xfrm>
          <a:off x="2981717" y="2061202"/>
          <a:ext cx="1011592" cy="54492"/>
        </a:xfrm>
        <a:custGeom>
          <a:avLst/>
          <a:gdLst/>
          <a:ahLst/>
          <a:cxnLst/>
          <a:rect l="0" t="0" r="0" b="0"/>
          <a:pathLst>
            <a:path>
              <a:moveTo>
                <a:pt x="0" y="27246"/>
              </a:moveTo>
              <a:lnTo>
                <a:pt x="1011592" y="27246"/>
              </a:lnTo>
            </a:path>
          </a:pathLst>
        </a:custGeom>
        <a:noFill/>
        <a:ln w="22225" cap="rnd"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62223" y="2063158"/>
        <a:ext cx="50579" cy="50579"/>
      </dsp:txXfrm>
    </dsp:sp>
    <dsp:sp modelId="{DEF8CFBD-C3A3-4514-828A-C08318725B55}">
      <dsp:nvSpPr>
        <dsp:cNvPr id="0" name=""/>
        <dsp:cNvSpPr/>
      </dsp:nvSpPr>
      <dsp:spPr>
        <a:xfrm>
          <a:off x="3993309"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Key Points:</a:t>
          </a:r>
          <a:endParaRPr lang="en-US" sz="2100" kern="1200"/>
        </a:p>
      </dsp:txBody>
      <dsp:txXfrm>
        <a:off x="4030345" y="1493239"/>
        <a:ext cx="2454908" cy="1190418"/>
      </dsp:txXfrm>
    </dsp:sp>
    <dsp:sp modelId="{12DE3263-838B-4E93-B587-D92CE754927A}">
      <dsp:nvSpPr>
        <dsp:cNvPr id="0" name=""/>
        <dsp:cNvSpPr/>
      </dsp:nvSpPr>
      <dsp:spPr>
        <a:xfrm rot="18289469">
          <a:off x="6142378" y="1334120"/>
          <a:ext cx="1771415" cy="54492"/>
        </a:xfrm>
        <a:custGeom>
          <a:avLst/>
          <a:gdLst/>
          <a:ahLst/>
          <a:cxnLst/>
          <a:rect l="0" t="0" r="0" b="0"/>
          <a:pathLst>
            <a:path>
              <a:moveTo>
                <a:pt x="0" y="27246"/>
              </a:moveTo>
              <a:lnTo>
                <a:pt x="1771415" y="27246"/>
              </a:lnTo>
            </a:path>
          </a:pathLst>
        </a:custGeom>
        <a:noFill/>
        <a:ln w="22225" cap="rnd"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1317081"/>
        <a:ext cx="88570" cy="88570"/>
      </dsp:txXfrm>
    </dsp:sp>
    <dsp:sp modelId="{F2AE8A6C-3531-4211-833F-8071B6BFCC5B}">
      <dsp:nvSpPr>
        <dsp:cNvPr id="0" name=""/>
        <dsp:cNvSpPr/>
      </dsp:nvSpPr>
      <dsp:spPr>
        <a:xfrm>
          <a:off x="7533882" y="2039"/>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ML algorithms for automation and optimization in cloud computing.</a:t>
          </a:r>
          <a:endParaRPr lang="en-US" sz="2100" kern="1200"/>
        </a:p>
      </dsp:txBody>
      <dsp:txXfrm>
        <a:off x="7570918" y="39075"/>
        <a:ext cx="2454908" cy="1190418"/>
      </dsp:txXfrm>
    </dsp:sp>
    <dsp:sp modelId="{90168F8B-6273-4F4C-B108-78A3F73A3D23}">
      <dsp:nvSpPr>
        <dsp:cNvPr id="0" name=""/>
        <dsp:cNvSpPr/>
      </dsp:nvSpPr>
      <dsp:spPr>
        <a:xfrm>
          <a:off x="6522290" y="2061202"/>
          <a:ext cx="1011592" cy="54492"/>
        </a:xfrm>
        <a:custGeom>
          <a:avLst/>
          <a:gdLst/>
          <a:ahLst/>
          <a:cxnLst/>
          <a:rect l="0" t="0" r="0" b="0"/>
          <a:pathLst>
            <a:path>
              <a:moveTo>
                <a:pt x="0" y="27246"/>
              </a:moveTo>
              <a:lnTo>
                <a:pt x="1011592" y="27246"/>
              </a:lnTo>
            </a:path>
          </a:pathLst>
        </a:custGeom>
        <a:noFill/>
        <a:ln w="22225" cap="rnd"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02796" y="2063158"/>
        <a:ext cx="50579" cy="50579"/>
      </dsp:txXfrm>
    </dsp:sp>
    <dsp:sp modelId="{F61B590F-EF9F-4147-8DFE-3FF936D12764}">
      <dsp:nvSpPr>
        <dsp:cNvPr id="0" name=""/>
        <dsp:cNvSpPr/>
      </dsp:nvSpPr>
      <dsp:spPr>
        <a:xfrm>
          <a:off x="7533882"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Example: Intelligent threat detection and classification improving security.</a:t>
          </a:r>
          <a:endParaRPr lang="en-US" sz="2100" kern="1200"/>
        </a:p>
      </dsp:txBody>
      <dsp:txXfrm>
        <a:off x="7570918" y="1493239"/>
        <a:ext cx="2454908" cy="1190418"/>
      </dsp:txXfrm>
    </dsp:sp>
    <dsp:sp modelId="{5B9E744D-6F07-4605-A344-E2BB93D0A0A7}">
      <dsp:nvSpPr>
        <dsp:cNvPr id="0" name=""/>
        <dsp:cNvSpPr/>
      </dsp:nvSpPr>
      <dsp:spPr>
        <a:xfrm rot="3310531">
          <a:off x="6142378" y="2788284"/>
          <a:ext cx="1771415" cy="54492"/>
        </a:xfrm>
        <a:custGeom>
          <a:avLst/>
          <a:gdLst/>
          <a:ahLst/>
          <a:cxnLst/>
          <a:rect l="0" t="0" r="0" b="0"/>
          <a:pathLst>
            <a:path>
              <a:moveTo>
                <a:pt x="0" y="27246"/>
              </a:moveTo>
              <a:lnTo>
                <a:pt x="1771415" y="27246"/>
              </a:lnTo>
            </a:path>
          </a:pathLst>
        </a:custGeom>
        <a:noFill/>
        <a:ln w="22225" cap="rnd" cmpd="sng" algn="ctr">
          <a:solidFill>
            <a:schemeClr val="accent3">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2771245"/>
        <a:ext cx="88570" cy="88570"/>
      </dsp:txXfrm>
    </dsp:sp>
    <dsp:sp modelId="{55E04FC4-DF14-4754-A8CC-C78E4C4266EB}">
      <dsp:nvSpPr>
        <dsp:cNvPr id="0" name=""/>
        <dsp:cNvSpPr/>
      </dsp:nvSpPr>
      <dsp:spPr>
        <a:xfrm>
          <a:off x="7533882" y="2910367"/>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dsp:spPr>
      <dsp:style>
        <a:lnRef idx="0">
          <a:scrgbClr r="0" g="0" b="0"/>
        </a:lnRef>
        <a:fillRef idx="3">
          <a:scrgbClr r="0" g="0" b="0"/>
        </a:fillRef>
        <a:effectRef idx="3">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Automation of resource allocation and decision-making processes.</a:t>
          </a:r>
          <a:endParaRPr lang="en-US" sz="2100" kern="1200"/>
        </a:p>
      </dsp:txBody>
      <dsp:txXfrm>
        <a:off x="7570918" y="2947403"/>
        <a:ext cx="2454908" cy="11904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A64A23-2685-485F-BCC5-14399B49F8C5}">
      <dsp:nvSpPr>
        <dsp:cNvPr id="0" name=""/>
        <dsp:cNvSpPr/>
      </dsp:nvSpPr>
      <dsp:spPr>
        <a:xfrm>
          <a:off x="452736" y="1456203"/>
          <a:ext cx="2528980" cy="1264490"/>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G" sz="2000" kern="1200"/>
            <a:t>Transformative Impact of AI and Blockchain</a:t>
          </a:r>
          <a:endParaRPr lang="en-US" sz="2000" kern="1200"/>
        </a:p>
      </dsp:txBody>
      <dsp:txXfrm>
        <a:off x="489772" y="1493239"/>
        <a:ext cx="2454908" cy="1190418"/>
      </dsp:txXfrm>
    </dsp:sp>
    <dsp:sp modelId="{5CB407D8-DA75-429F-BB59-859D941119B1}">
      <dsp:nvSpPr>
        <dsp:cNvPr id="0" name=""/>
        <dsp:cNvSpPr/>
      </dsp:nvSpPr>
      <dsp:spPr>
        <a:xfrm>
          <a:off x="2981717" y="2061202"/>
          <a:ext cx="1011592" cy="54492"/>
        </a:xfrm>
        <a:custGeom>
          <a:avLst/>
          <a:gdLst/>
          <a:ahLst/>
          <a:cxnLst/>
          <a:rect l="0" t="0" r="0" b="0"/>
          <a:pathLst>
            <a:path>
              <a:moveTo>
                <a:pt x="0" y="27246"/>
              </a:moveTo>
              <a:lnTo>
                <a:pt x="1011592" y="27246"/>
              </a:lnTo>
            </a:path>
          </a:pathLst>
        </a:custGeom>
        <a:noFill/>
        <a:ln w="22225" cap="rnd"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62223" y="2063158"/>
        <a:ext cx="50579" cy="50579"/>
      </dsp:txXfrm>
    </dsp:sp>
    <dsp:sp modelId="{45AD6829-E3B5-4686-99FD-CD7493C7EFCF}">
      <dsp:nvSpPr>
        <dsp:cNvPr id="0" name=""/>
        <dsp:cNvSpPr/>
      </dsp:nvSpPr>
      <dsp:spPr>
        <a:xfrm>
          <a:off x="3993309" y="1456203"/>
          <a:ext cx="2528980" cy="1264490"/>
        </a:xfrm>
        <a:prstGeom prst="roundRect">
          <a:avLst>
            <a:gd name="adj" fmla="val 10000"/>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G" sz="2000" kern="1200"/>
            <a:t>Key Points:</a:t>
          </a:r>
          <a:endParaRPr lang="en-US" sz="2000" kern="1200"/>
        </a:p>
      </dsp:txBody>
      <dsp:txXfrm>
        <a:off x="4030345" y="1493239"/>
        <a:ext cx="2454908" cy="1190418"/>
      </dsp:txXfrm>
    </dsp:sp>
    <dsp:sp modelId="{F0273067-40ED-4650-ADE7-92A31D1E197E}">
      <dsp:nvSpPr>
        <dsp:cNvPr id="0" name=""/>
        <dsp:cNvSpPr/>
      </dsp:nvSpPr>
      <dsp:spPr>
        <a:xfrm rot="18289469">
          <a:off x="6142378" y="1334120"/>
          <a:ext cx="1771415" cy="54492"/>
        </a:xfrm>
        <a:custGeom>
          <a:avLst/>
          <a:gdLst/>
          <a:ahLst/>
          <a:cxnLst/>
          <a:rect l="0" t="0" r="0" b="0"/>
          <a:pathLst>
            <a:path>
              <a:moveTo>
                <a:pt x="0" y="27246"/>
              </a:moveTo>
              <a:lnTo>
                <a:pt x="1771415" y="27246"/>
              </a:lnTo>
            </a:path>
          </a:pathLst>
        </a:cu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1317081"/>
        <a:ext cx="88570" cy="88570"/>
      </dsp:txXfrm>
    </dsp:sp>
    <dsp:sp modelId="{1725123A-D93D-4FE6-AEF1-54F26221E2B8}">
      <dsp:nvSpPr>
        <dsp:cNvPr id="0" name=""/>
        <dsp:cNvSpPr/>
      </dsp:nvSpPr>
      <dsp:spPr>
        <a:xfrm>
          <a:off x="7533882" y="2039"/>
          <a:ext cx="2528980" cy="1264490"/>
        </a:xfrm>
        <a:prstGeom prst="roundRect">
          <a:avLst>
            <a:gd name="adj" fmla="val 10000"/>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G" sz="2000" kern="1200"/>
            <a:t>Significance of AI and blockchain in shaping the cloud computing future.</a:t>
          </a:r>
          <a:endParaRPr lang="en-US" sz="2000" kern="1200"/>
        </a:p>
      </dsp:txBody>
      <dsp:txXfrm>
        <a:off x="7570918" y="39075"/>
        <a:ext cx="2454908" cy="1190418"/>
      </dsp:txXfrm>
    </dsp:sp>
    <dsp:sp modelId="{0EFD62E5-9241-457D-AC8A-DE9AF49A1FB2}">
      <dsp:nvSpPr>
        <dsp:cNvPr id="0" name=""/>
        <dsp:cNvSpPr/>
      </dsp:nvSpPr>
      <dsp:spPr>
        <a:xfrm>
          <a:off x="6522290" y="2061202"/>
          <a:ext cx="1011592" cy="54492"/>
        </a:xfrm>
        <a:custGeom>
          <a:avLst/>
          <a:gdLst/>
          <a:ahLst/>
          <a:cxnLst/>
          <a:rect l="0" t="0" r="0" b="0"/>
          <a:pathLst>
            <a:path>
              <a:moveTo>
                <a:pt x="0" y="27246"/>
              </a:moveTo>
              <a:lnTo>
                <a:pt x="1011592" y="27246"/>
              </a:lnTo>
            </a:path>
          </a:pathLst>
        </a:cu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02796" y="2063158"/>
        <a:ext cx="50579" cy="50579"/>
      </dsp:txXfrm>
    </dsp:sp>
    <dsp:sp modelId="{B2171CE6-E72E-4C6E-BF63-F3C2DDA5D28B}">
      <dsp:nvSpPr>
        <dsp:cNvPr id="0" name=""/>
        <dsp:cNvSpPr/>
      </dsp:nvSpPr>
      <dsp:spPr>
        <a:xfrm>
          <a:off x="7533882" y="1456203"/>
          <a:ext cx="2528980" cy="1264490"/>
        </a:xfrm>
        <a:prstGeom prst="roundRect">
          <a:avLst>
            <a:gd name="adj" fmla="val 10000"/>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G" sz="2000" kern="1200" dirty="0"/>
            <a:t>Concept: "Triumvirate: IoT + AI + Blockchain."</a:t>
          </a:r>
          <a:endParaRPr lang="en-US" sz="2000" kern="1200" dirty="0"/>
        </a:p>
      </dsp:txBody>
      <dsp:txXfrm>
        <a:off x="7570918" y="1493239"/>
        <a:ext cx="2454908" cy="1190418"/>
      </dsp:txXfrm>
    </dsp:sp>
    <dsp:sp modelId="{E33EADB8-88FD-43E4-841B-75181DA6273E}">
      <dsp:nvSpPr>
        <dsp:cNvPr id="0" name=""/>
        <dsp:cNvSpPr/>
      </dsp:nvSpPr>
      <dsp:spPr>
        <a:xfrm rot="3310531">
          <a:off x="6142378" y="2788284"/>
          <a:ext cx="1771415" cy="54492"/>
        </a:xfrm>
        <a:custGeom>
          <a:avLst/>
          <a:gdLst/>
          <a:ahLst/>
          <a:cxnLst/>
          <a:rect l="0" t="0" r="0" b="0"/>
          <a:pathLst>
            <a:path>
              <a:moveTo>
                <a:pt x="0" y="27246"/>
              </a:moveTo>
              <a:lnTo>
                <a:pt x="1771415" y="27246"/>
              </a:lnTo>
            </a:path>
          </a:pathLst>
        </a:cu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2771245"/>
        <a:ext cx="88570" cy="88570"/>
      </dsp:txXfrm>
    </dsp:sp>
    <dsp:sp modelId="{26165D0A-4C81-44F6-8333-D9D2AF61EAFC}">
      <dsp:nvSpPr>
        <dsp:cNvPr id="0" name=""/>
        <dsp:cNvSpPr/>
      </dsp:nvSpPr>
      <dsp:spPr>
        <a:xfrm>
          <a:off x="7533882" y="2910367"/>
          <a:ext cx="2528980" cy="1264490"/>
        </a:xfrm>
        <a:prstGeom prst="roundRect">
          <a:avLst>
            <a:gd name="adj" fmla="val 10000"/>
          </a:avLst>
        </a:prstGeom>
        <a:solidFill>
          <a:schemeClr val="accent3">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G" sz="2000" kern="1200"/>
            <a:t>Contributions to enhanced security, predictive analytics, and cloud service analysis.</a:t>
          </a:r>
          <a:endParaRPr lang="en-US" sz="2000" kern="1200"/>
        </a:p>
      </dsp:txBody>
      <dsp:txXfrm>
        <a:off x="7570918" y="2947403"/>
        <a:ext cx="2454908" cy="11904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E115F3-456D-4B0A-AD6C-62008FF4236D}">
      <dsp:nvSpPr>
        <dsp:cNvPr id="0" name=""/>
        <dsp:cNvSpPr/>
      </dsp:nvSpPr>
      <dsp:spPr>
        <a:xfrm>
          <a:off x="452736"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Data-Driven Decision Making</a:t>
          </a:r>
          <a:endParaRPr lang="en-US" sz="2100" kern="1200"/>
        </a:p>
      </dsp:txBody>
      <dsp:txXfrm>
        <a:off x="489772" y="1493239"/>
        <a:ext cx="2454908" cy="1190418"/>
      </dsp:txXfrm>
    </dsp:sp>
    <dsp:sp modelId="{9F3AF2FF-8F4B-419D-943B-A065D70C004D}">
      <dsp:nvSpPr>
        <dsp:cNvPr id="0" name=""/>
        <dsp:cNvSpPr/>
      </dsp:nvSpPr>
      <dsp:spPr>
        <a:xfrm>
          <a:off x="2981717" y="2061202"/>
          <a:ext cx="1011592" cy="54492"/>
        </a:xfrm>
        <a:custGeom>
          <a:avLst/>
          <a:gdLst/>
          <a:ahLst/>
          <a:cxnLst/>
          <a:rect l="0" t="0" r="0" b="0"/>
          <a:pathLst>
            <a:path>
              <a:moveTo>
                <a:pt x="0" y="27246"/>
              </a:moveTo>
              <a:lnTo>
                <a:pt x="1011592" y="27246"/>
              </a:lnTo>
            </a:path>
          </a:pathLst>
        </a:custGeom>
        <a:noFill/>
        <a:ln w="12700" cap="rnd" cmpd="sng" algn="ctr">
          <a:solidFill>
            <a:schemeClr val="accent3">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62223" y="2063158"/>
        <a:ext cx="50579" cy="50579"/>
      </dsp:txXfrm>
    </dsp:sp>
    <dsp:sp modelId="{54396744-2025-4CE1-87B4-220705921C59}">
      <dsp:nvSpPr>
        <dsp:cNvPr id="0" name=""/>
        <dsp:cNvSpPr/>
      </dsp:nvSpPr>
      <dsp:spPr>
        <a:xfrm>
          <a:off x="3993309"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Key Points:</a:t>
          </a:r>
          <a:endParaRPr lang="en-US" sz="2100" kern="1200"/>
        </a:p>
      </dsp:txBody>
      <dsp:txXfrm>
        <a:off x="4030345" y="1493239"/>
        <a:ext cx="2454908" cy="1190418"/>
      </dsp:txXfrm>
    </dsp:sp>
    <dsp:sp modelId="{91BC157A-A5A1-4F38-B9E2-BB823170AB53}">
      <dsp:nvSpPr>
        <dsp:cNvPr id="0" name=""/>
        <dsp:cNvSpPr/>
      </dsp:nvSpPr>
      <dsp:spPr>
        <a:xfrm rot="18289469">
          <a:off x="6142378" y="1334120"/>
          <a:ext cx="1771415" cy="54492"/>
        </a:xfrm>
        <a:custGeom>
          <a:avLst/>
          <a:gdLst/>
          <a:ahLst/>
          <a:cxnLst/>
          <a:rect l="0" t="0" r="0" b="0"/>
          <a:pathLst>
            <a:path>
              <a:moveTo>
                <a:pt x="0" y="27246"/>
              </a:moveTo>
              <a:lnTo>
                <a:pt x="1771415" y="27246"/>
              </a:lnTo>
            </a:path>
          </a:pathLst>
        </a:custGeom>
        <a:noFill/>
        <a:ln w="12700" cap="rnd" cmpd="sng" algn="ctr">
          <a:solidFill>
            <a:schemeClr val="accent3">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1317081"/>
        <a:ext cx="88570" cy="88570"/>
      </dsp:txXfrm>
    </dsp:sp>
    <dsp:sp modelId="{47D5B752-2564-4C1B-B5F1-9794742A799F}">
      <dsp:nvSpPr>
        <dsp:cNvPr id="0" name=""/>
        <dsp:cNvSpPr/>
      </dsp:nvSpPr>
      <dsp:spPr>
        <a:xfrm>
          <a:off x="7533882" y="2039"/>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Importance of big data analytics and data science in cloud computing.</a:t>
          </a:r>
          <a:endParaRPr lang="en-US" sz="2100" kern="1200"/>
        </a:p>
      </dsp:txBody>
      <dsp:txXfrm>
        <a:off x="7570918" y="39075"/>
        <a:ext cx="2454908" cy="1190418"/>
      </dsp:txXfrm>
    </dsp:sp>
    <dsp:sp modelId="{D39FE931-7EFC-41EE-9712-4F545615B378}">
      <dsp:nvSpPr>
        <dsp:cNvPr id="0" name=""/>
        <dsp:cNvSpPr/>
      </dsp:nvSpPr>
      <dsp:spPr>
        <a:xfrm>
          <a:off x="6522290" y="2061202"/>
          <a:ext cx="1011592" cy="54492"/>
        </a:xfrm>
        <a:custGeom>
          <a:avLst/>
          <a:gdLst/>
          <a:ahLst/>
          <a:cxnLst/>
          <a:rect l="0" t="0" r="0" b="0"/>
          <a:pathLst>
            <a:path>
              <a:moveTo>
                <a:pt x="0" y="27246"/>
              </a:moveTo>
              <a:lnTo>
                <a:pt x="1011592" y="27246"/>
              </a:lnTo>
            </a:path>
          </a:pathLst>
        </a:custGeom>
        <a:noFill/>
        <a:ln w="12700" cap="rnd" cmpd="sng" algn="ctr">
          <a:solidFill>
            <a:schemeClr val="accent3">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02796" y="2063158"/>
        <a:ext cx="50579" cy="50579"/>
      </dsp:txXfrm>
    </dsp:sp>
    <dsp:sp modelId="{1657BDFF-F874-45F6-A354-46CC8D04BD24}">
      <dsp:nvSpPr>
        <dsp:cNvPr id="0" name=""/>
        <dsp:cNvSpPr/>
      </dsp:nvSpPr>
      <dsp:spPr>
        <a:xfrm>
          <a:off x="7533882" y="1456203"/>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Use of techniques to understand market trends and customer preferences.</a:t>
          </a:r>
          <a:endParaRPr lang="en-US" sz="2100" kern="1200"/>
        </a:p>
      </dsp:txBody>
      <dsp:txXfrm>
        <a:off x="7570918" y="1493239"/>
        <a:ext cx="2454908" cy="1190418"/>
      </dsp:txXfrm>
    </dsp:sp>
    <dsp:sp modelId="{783C6400-2A46-4F54-B7DE-284CF251FBE0}">
      <dsp:nvSpPr>
        <dsp:cNvPr id="0" name=""/>
        <dsp:cNvSpPr/>
      </dsp:nvSpPr>
      <dsp:spPr>
        <a:xfrm rot="3310531">
          <a:off x="6142378" y="2788284"/>
          <a:ext cx="1771415" cy="54492"/>
        </a:xfrm>
        <a:custGeom>
          <a:avLst/>
          <a:gdLst/>
          <a:ahLst/>
          <a:cxnLst/>
          <a:rect l="0" t="0" r="0" b="0"/>
          <a:pathLst>
            <a:path>
              <a:moveTo>
                <a:pt x="0" y="27246"/>
              </a:moveTo>
              <a:lnTo>
                <a:pt x="1771415" y="27246"/>
              </a:lnTo>
            </a:path>
          </a:pathLst>
        </a:custGeom>
        <a:noFill/>
        <a:ln w="12700" cap="rnd" cmpd="sng" algn="ctr">
          <a:solidFill>
            <a:schemeClr val="accent3">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983801" y="2771245"/>
        <a:ext cx="88570" cy="88570"/>
      </dsp:txXfrm>
    </dsp:sp>
    <dsp:sp modelId="{6E4BB07F-4FFA-4DA1-B412-16647C45A44F}">
      <dsp:nvSpPr>
        <dsp:cNvPr id="0" name=""/>
        <dsp:cNvSpPr/>
      </dsp:nvSpPr>
      <dsp:spPr>
        <a:xfrm>
          <a:off x="7533882" y="2910367"/>
          <a:ext cx="2528980" cy="1264490"/>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G" sz="2100" kern="1200"/>
            <a:t>Examples: Informed decision-making and innovation driven by data insights.</a:t>
          </a:r>
          <a:endParaRPr lang="en-US" sz="2100" kern="1200"/>
        </a:p>
      </dsp:txBody>
      <dsp:txXfrm>
        <a:off x="7570918" y="2947403"/>
        <a:ext cx="2454908" cy="119041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FC3339-ACBE-4940-83C4-7BE74E686A7D}">
      <dsp:nvSpPr>
        <dsp:cNvPr id="0" name=""/>
        <dsp:cNvSpPr/>
      </dsp:nvSpPr>
      <dsp:spPr>
        <a:xfrm>
          <a:off x="1101" y="1377399"/>
          <a:ext cx="2166358" cy="1083179"/>
        </a:xfrm>
        <a:prstGeom prst="roundRect">
          <a:avLst>
            <a:gd name="adj" fmla="val 10000"/>
          </a:avLst>
        </a:prstGeom>
        <a:gradFill rotWithShape="0">
          <a:gsLst>
            <a:gs pos="0">
              <a:schemeClr val="dk2">
                <a:hueOff val="0"/>
                <a:satOff val="0"/>
                <a:lumOff val="0"/>
                <a:alphaOff val="0"/>
                <a:tint val="98000"/>
                <a:lumMod val="110000"/>
              </a:schemeClr>
            </a:gs>
            <a:gs pos="84000">
              <a:schemeClr val="dk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G" sz="1800" kern="1200" dirty="0"/>
            <a:t>Strengthening Security Measures</a:t>
          </a:r>
          <a:endParaRPr lang="en-US" sz="1800" kern="1200" dirty="0"/>
        </a:p>
      </dsp:txBody>
      <dsp:txXfrm>
        <a:off x="32826" y="1409124"/>
        <a:ext cx="2102908" cy="1019729"/>
      </dsp:txXfrm>
    </dsp:sp>
    <dsp:sp modelId="{4B36F359-6355-4451-B2CD-3FA4A1A37031}">
      <dsp:nvSpPr>
        <dsp:cNvPr id="0" name=""/>
        <dsp:cNvSpPr/>
      </dsp:nvSpPr>
      <dsp:spPr>
        <a:xfrm>
          <a:off x="2167459" y="1893588"/>
          <a:ext cx="866543" cy="50800"/>
        </a:xfrm>
        <a:custGeom>
          <a:avLst/>
          <a:gdLst/>
          <a:ahLst/>
          <a:cxnLst/>
          <a:rect l="0" t="0" r="0" b="0"/>
          <a:pathLst>
            <a:path>
              <a:moveTo>
                <a:pt x="0" y="25400"/>
              </a:moveTo>
              <a:lnTo>
                <a:pt x="866543" y="25400"/>
              </a:lnTo>
            </a:path>
          </a:pathLst>
        </a:custGeom>
        <a:noFill/>
        <a:ln w="12700" cap="rnd" cmpd="sng" algn="ctr">
          <a:solidFill>
            <a:schemeClr val="dk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067" y="1897325"/>
        <a:ext cx="43327" cy="43327"/>
      </dsp:txXfrm>
    </dsp:sp>
    <dsp:sp modelId="{781C4C0E-7451-41A5-9250-BA70B02E8D8A}">
      <dsp:nvSpPr>
        <dsp:cNvPr id="0" name=""/>
        <dsp:cNvSpPr/>
      </dsp:nvSpPr>
      <dsp:spPr>
        <a:xfrm>
          <a:off x="3034003" y="1377399"/>
          <a:ext cx="2166358" cy="1083179"/>
        </a:xfrm>
        <a:prstGeom prst="roundRect">
          <a:avLst>
            <a:gd name="adj" fmla="val 10000"/>
          </a:avLst>
        </a:prstGeom>
        <a:gradFill rotWithShape="0">
          <a:gsLst>
            <a:gs pos="0">
              <a:schemeClr val="dk2">
                <a:hueOff val="0"/>
                <a:satOff val="0"/>
                <a:lumOff val="0"/>
                <a:alphaOff val="0"/>
                <a:tint val="98000"/>
                <a:lumMod val="110000"/>
              </a:schemeClr>
            </a:gs>
            <a:gs pos="84000">
              <a:schemeClr val="dk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G" sz="1800" kern="1200" dirty="0"/>
            <a:t>Key Points:</a:t>
          </a:r>
          <a:endParaRPr lang="en-US" sz="1800" kern="1200" dirty="0"/>
        </a:p>
      </dsp:txBody>
      <dsp:txXfrm>
        <a:off x="3065728" y="1409124"/>
        <a:ext cx="2102908" cy="1019729"/>
      </dsp:txXfrm>
    </dsp:sp>
    <dsp:sp modelId="{4EC1719E-8C4B-481F-8E78-8140210AADE1}">
      <dsp:nvSpPr>
        <dsp:cNvPr id="0" name=""/>
        <dsp:cNvSpPr/>
      </dsp:nvSpPr>
      <dsp:spPr>
        <a:xfrm rot="18289469">
          <a:off x="4874924" y="1270760"/>
          <a:ext cx="1517417" cy="50800"/>
        </a:xfrm>
        <a:custGeom>
          <a:avLst/>
          <a:gdLst/>
          <a:ahLst/>
          <a:cxnLst/>
          <a:rect l="0" t="0" r="0" b="0"/>
          <a:pathLst>
            <a:path>
              <a:moveTo>
                <a:pt x="0" y="25400"/>
              </a:moveTo>
              <a:lnTo>
                <a:pt x="1517417" y="25400"/>
              </a:lnTo>
            </a:path>
          </a:pathLst>
        </a:custGeom>
        <a:noFill/>
        <a:ln w="12700" cap="rnd"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95698" y="1258225"/>
        <a:ext cx="75870" cy="75870"/>
      </dsp:txXfrm>
    </dsp:sp>
    <dsp:sp modelId="{94B9709B-C17A-4A54-8B84-1D5571C99296}">
      <dsp:nvSpPr>
        <dsp:cNvPr id="0" name=""/>
        <dsp:cNvSpPr/>
      </dsp:nvSpPr>
      <dsp:spPr>
        <a:xfrm>
          <a:off x="6066905" y="131743"/>
          <a:ext cx="2166358" cy="1083179"/>
        </a:xfrm>
        <a:prstGeom prst="roundRect">
          <a:avLst>
            <a:gd name="adj" fmla="val 10000"/>
          </a:avLst>
        </a:prstGeom>
        <a:gradFill rotWithShape="0">
          <a:gsLst>
            <a:gs pos="0">
              <a:schemeClr val="dk2">
                <a:hueOff val="0"/>
                <a:satOff val="0"/>
                <a:lumOff val="0"/>
                <a:alphaOff val="0"/>
                <a:tint val="98000"/>
                <a:lumMod val="110000"/>
              </a:schemeClr>
            </a:gs>
            <a:gs pos="84000">
              <a:schemeClr val="dk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G" sz="1800" kern="1200" dirty="0"/>
            <a:t>Focus on enhancing security within cloud computing.</a:t>
          </a:r>
          <a:endParaRPr lang="en-US" sz="1800" kern="1200" dirty="0"/>
        </a:p>
      </dsp:txBody>
      <dsp:txXfrm>
        <a:off x="6098630" y="163468"/>
        <a:ext cx="2102908" cy="1019729"/>
      </dsp:txXfrm>
    </dsp:sp>
    <dsp:sp modelId="{1E8934D6-1564-4878-98CE-8EF46076C467}">
      <dsp:nvSpPr>
        <dsp:cNvPr id="0" name=""/>
        <dsp:cNvSpPr/>
      </dsp:nvSpPr>
      <dsp:spPr>
        <a:xfrm>
          <a:off x="5200361" y="1893588"/>
          <a:ext cx="866543" cy="50800"/>
        </a:xfrm>
        <a:custGeom>
          <a:avLst/>
          <a:gdLst/>
          <a:ahLst/>
          <a:cxnLst/>
          <a:rect l="0" t="0" r="0" b="0"/>
          <a:pathLst>
            <a:path>
              <a:moveTo>
                <a:pt x="0" y="25400"/>
              </a:moveTo>
              <a:lnTo>
                <a:pt x="866543" y="25400"/>
              </a:lnTo>
            </a:path>
          </a:pathLst>
        </a:custGeom>
        <a:noFill/>
        <a:ln w="12700" cap="rnd"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11969" y="1897325"/>
        <a:ext cx="43327" cy="43327"/>
      </dsp:txXfrm>
    </dsp:sp>
    <dsp:sp modelId="{7D9421B0-4D2E-4479-9092-45B34988AE76}">
      <dsp:nvSpPr>
        <dsp:cNvPr id="0" name=""/>
        <dsp:cNvSpPr/>
      </dsp:nvSpPr>
      <dsp:spPr>
        <a:xfrm>
          <a:off x="6066905" y="1377399"/>
          <a:ext cx="2166358" cy="1083179"/>
        </a:xfrm>
        <a:prstGeom prst="roundRect">
          <a:avLst>
            <a:gd name="adj" fmla="val 10000"/>
          </a:avLst>
        </a:prstGeom>
        <a:gradFill rotWithShape="0">
          <a:gsLst>
            <a:gs pos="0">
              <a:schemeClr val="dk2">
                <a:hueOff val="0"/>
                <a:satOff val="0"/>
                <a:lumOff val="0"/>
                <a:alphaOff val="0"/>
                <a:tint val="98000"/>
                <a:lumMod val="110000"/>
              </a:schemeClr>
            </a:gs>
            <a:gs pos="84000">
              <a:schemeClr val="dk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G" sz="1800" kern="1200"/>
            <a:t>Addressing data security, information security, and data confidentiality.</a:t>
          </a:r>
          <a:endParaRPr lang="en-US" sz="1800" kern="1200"/>
        </a:p>
      </dsp:txBody>
      <dsp:txXfrm>
        <a:off x="6098630" y="1409124"/>
        <a:ext cx="2102908" cy="1019729"/>
      </dsp:txXfrm>
    </dsp:sp>
    <dsp:sp modelId="{43E904A2-00AC-4755-81AE-B1E51ECD82E8}">
      <dsp:nvSpPr>
        <dsp:cNvPr id="0" name=""/>
        <dsp:cNvSpPr/>
      </dsp:nvSpPr>
      <dsp:spPr>
        <a:xfrm rot="3310531">
          <a:off x="4874924" y="2516416"/>
          <a:ext cx="1517417" cy="50800"/>
        </a:xfrm>
        <a:custGeom>
          <a:avLst/>
          <a:gdLst/>
          <a:ahLst/>
          <a:cxnLst/>
          <a:rect l="0" t="0" r="0" b="0"/>
          <a:pathLst>
            <a:path>
              <a:moveTo>
                <a:pt x="0" y="25400"/>
              </a:moveTo>
              <a:lnTo>
                <a:pt x="1517417" y="25400"/>
              </a:lnTo>
            </a:path>
          </a:pathLst>
        </a:custGeom>
        <a:noFill/>
        <a:ln w="12700" cap="rnd" cmpd="sng" algn="ctr">
          <a:solidFill>
            <a:schemeClr val="dk2">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95698" y="2503881"/>
        <a:ext cx="75870" cy="75870"/>
      </dsp:txXfrm>
    </dsp:sp>
    <dsp:sp modelId="{2E014F9C-38A1-41BA-82CF-4FB2545722D1}">
      <dsp:nvSpPr>
        <dsp:cNvPr id="0" name=""/>
        <dsp:cNvSpPr/>
      </dsp:nvSpPr>
      <dsp:spPr>
        <a:xfrm>
          <a:off x="6066905" y="2623055"/>
          <a:ext cx="2166358" cy="1083179"/>
        </a:xfrm>
        <a:prstGeom prst="roundRect">
          <a:avLst>
            <a:gd name="adj" fmla="val 10000"/>
          </a:avLst>
        </a:prstGeom>
        <a:gradFill rotWithShape="0">
          <a:gsLst>
            <a:gs pos="0">
              <a:schemeClr val="dk2">
                <a:hueOff val="0"/>
                <a:satOff val="0"/>
                <a:lumOff val="0"/>
                <a:alphaOff val="0"/>
                <a:tint val="98000"/>
                <a:lumMod val="110000"/>
              </a:schemeClr>
            </a:gs>
            <a:gs pos="84000">
              <a:schemeClr val="dk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G" sz="1800" kern="1200"/>
            <a:t>Implementation of advanced security measures for robust protection.</a:t>
          </a:r>
          <a:endParaRPr lang="en-US" sz="1800" kern="1200"/>
        </a:p>
      </dsp:txBody>
      <dsp:txXfrm>
        <a:off x="6098630" y="2654780"/>
        <a:ext cx="2102908" cy="101972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1/27/2025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solidFill>
                  <a:srgbClr val="333333"/>
                </a:solidFill>
                <a:latin typeface="Arial"/>
                <a:cs typeface="Arial"/>
              </a:rPr>
              <a:t>-</a:t>
            </a:r>
            <a:r>
              <a:rPr lang="en-US" altLang="zh-CN" sz="1200" spc="-20" dirty="0">
                <a:solidFill>
                  <a:srgbClr val="333333"/>
                </a:solidFill>
                <a:latin typeface="Arial"/>
                <a:cs typeface="Arial"/>
              </a:rPr>
              <a:t> </a:t>
            </a:r>
            <a:r>
              <a:rPr lang="en-US" altLang="zh-CN" sz="1200" dirty="0">
                <a:solidFill>
                  <a:srgbClr val="333333"/>
                </a:solidFill>
                <a:latin typeface="Arial"/>
                <a:cs typeface="Arial"/>
              </a:rPr>
              <a:t>Applied</a:t>
            </a:r>
            <a:r>
              <a:rPr lang="en-US" altLang="zh-CN" sz="1200" spc="-20" dirty="0">
                <a:solidFill>
                  <a:srgbClr val="333333"/>
                </a:solidFill>
                <a:latin typeface="Arial"/>
                <a:cs typeface="Arial"/>
              </a:rPr>
              <a:t> </a:t>
            </a:r>
            <a:r>
              <a:rPr lang="en-US" altLang="zh-CN" sz="1200" dirty="0">
                <a:solidFill>
                  <a:srgbClr val="333333"/>
                </a:solidFill>
                <a:latin typeface="Arial"/>
                <a:cs typeface="Arial"/>
              </a:rPr>
              <a:t>Human</a:t>
            </a:r>
            <a:r>
              <a:rPr lang="en-US" altLang="zh-CN" sz="1200" spc="-10" dirty="0">
                <a:solidFill>
                  <a:srgbClr val="333333"/>
                </a:solidFill>
                <a:latin typeface="Arial"/>
                <a:cs typeface="Arial"/>
              </a:rPr>
              <a:t> </a:t>
            </a:r>
            <a:r>
              <a:rPr lang="en-US" altLang="zh-CN" sz="1200" dirty="0">
                <a:solidFill>
                  <a:srgbClr val="333333"/>
                </a:solidFill>
                <a:latin typeface="Arial"/>
                <a:cs typeface="Arial"/>
              </a:rPr>
              <a:t>Machine</a:t>
            </a:r>
            <a:r>
              <a:rPr lang="en-US" altLang="zh-CN" sz="1200" spc="-10" dirty="0">
                <a:solidFill>
                  <a:srgbClr val="333333"/>
                </a:solidFill>
                <a:latin typeface="Arial"/>
                <a:cs typeface="Arial"/>
              </a:rPr>
              <a:t> </a:t>
            </a:r>
            <a:r>
              <a:rPr lang="en-US" altLang="zh-CN" sz="1200" dirty="0">
                <a:solidFill>
                  <a:srgbClr val="333333"/>
                </a:solidFill>
                <a:latin typeface="Arial"/>
                <a:cs typeface="Arial"/>
              </a:rPr>
              <a:t>Intelligence</a:t>
            </a:r>
            <a:r>
              <a:rPr lang="en-US" altLang="zh-CN" sz="1200" spc="-10" dirty="0">
                <a:solidFill>
                  <a:srgbClr val="333333"/>
                </a:solidFill>
                <a:latin typeface="Arial"/>
                <a:cs typeface="Arial"/>
              </a:rPr>
              <a:t> </a:t>
            </a:r>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contacts</a:t>
            </a:r>
            <a:endParaRPr lang="en-UG"/>
          </a:p>
        </p:txBody>
      </p:sp>
      <p:sp>
        <p:nvSpPr>
          <p:cNvPr id="4" name="Slide Number Placeholder 3"/>
          <p:cNvSpPr>
            <a:spLocks noGrp="1"/>
          </p:cNvSpPr>
          <p:nvPr>
            <p:ph type="sldNum" sz="quarter" idx="5"/>
          </p:nvPr>
        </p:nvSpPr>
        <p:spPr/>
        <p:txBody>
          <a:bodyPr/>
          <a:lstStyle/>
          <a:p>
            <a:fld id="{0A3C37BE-C303-496D-B5CD-85F2937540FC}" type="slidenum">
              <a:rPr lang="en-UG" smtClean="0"/>
              <a:t>2</a:t>
            </a:fld>
            <a:endParaRPr lang="en-UG"/>
          </a:p>
        </p:txBody>
      </p:sp>
    </p:spTree>
    <p:extLst>
      <p:ext uri="{BB962C8B-B14F-4D97-AF65-F5344CB8AC3E}">
        <p14:creationId xmlns:p14="http://schemas.microsoft.com/office/powerpoint/2010/main" val="332700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2242834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572093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99D8F-4288-B73D-D7F5-72A034630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A1CB1-39B3-1D6B-867E-BBFC1F7D5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FB258-9C7F-7BDE-EE27-17E74C2AF9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1DE87D-BC98-F0FB-17CB-D855622DF7CF}"/>
              </a:ext>
            </a:extLst>
          </p:cNvPr>
          <p:cNvSpPr>
            <a:spLocks noGrp="1"/>
          </p:cNvSpPr>
          <p:nvPr>
            <p:ph type="sldNum" sz="quarter" idx="10"/>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256217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3487309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3258800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smtClean="0"/>
              <a:t>8</a:t>
            </a:fld>
            <a:endParaRPr lang="en-US"/>
          </a:p>
        </p:txBody>
      </p:sp>
    </p:spTree>
    <p:extLst>
      <p:ext uri="{BB962C8B-B14F-4D97-AF65-F5344CB8AC3E}">
        <p14:creationId xmlns:p14="http://schemas.microsoft.com/office/powerpoint/2010/main" val="755339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9</a:t>
            </a:fld>
            <a:endParaRPr lang="en-US"/>
          </a:p>
        </p:txBody>
      </p:sp>
    </p:spTree>
    <p:extLst>
      <p:ext uri="{BB962C8B-B14F-4D97-AF65-F5344CB8AC3E}">
        <p14:creationId xmlns:p14="http://schemas.microsoft.com/office/powerpoint/2010/main" val="688264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10</a:t>
            </a:fld>
            <a:endParaRPr lang="en-US"/>
          </a:p>
        </p:txBody>
      </p:sp>
    </p:spTree>
    <p:extLst>
      <p:ext uri="{BB962C8B-B14F-4D97-AF65-F5344CB8AC3E}">
        <p14:creationId xmlns:p14="http://schemas.microsoft.com/office/powerpoint/2010/main" val="4087253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2A61D-5FD1-7423-7F22-9A9676C09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8873F-E7BD-03CC-78AC-724300F6A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1785E-47E3-1E64-8201-ED7167641DBB}"/>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ABB89849-DC4F-AF3A-6F19-0AD1D84448A1}"/>
              </a:ext>
            </a:extLst>
          </p:cNvPr>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948412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86CF-4084-84AA-5916-CB1234B01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C585-D2F5-24F4-1200-1E8C928E2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E61A6-3121-150E-014B-BBD600F105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Cloud computing is a model of delivering computing services over the internet, where resources such as servers, storage, databases, software, and applications are provided as a service to users on-demand</a:t>
            </a:r>
          </a:p>
          <a:p>
            <a:endParaRPr lang="zh-CN" altLang="en-US" dirty="0"/>
          </a:p>
        </p:txBody>
      </p:sp>
      <p:sp>
        <p:nvSpPr>
          <p:cNvPr id="4" name="Slide Number Placeholder 3">
            <a:extLst>
              <a:ext uri="{FF2B5EF4-FFF2-40B4-BE49-F238E27FC236}">
                <a16:creationId xmlns:a16="http://schemas.microsoft.com/office/drawing/2014/main" id="{97CC290A-7DBD-D19A-678A-22E13AAFC336}"/>
              </a:ext>
            </a:extLst>
          </p:cNvPr>
          <p:cNvSpPr>
            <a:spLocks noGrp="1"/>
          </p:cNvSpPr>
          <p:nvPr>
            <p:ph type="sldNum" sz="quarter" idx="5"/>
          </p:nvPr>
        </p:nvSpPr>
        <p:spPr/>
        <p:txBody>
          <a:bodyPr/>
          <a:lstStyle/>
          <a:p>
            <a:fld id="{C6B3AB32-59DF-41F1-9618-EDFBF5049629}" type="slidenum">
              <a:rPr lang="en-US" smtClean="0"/>
              <a:t>12</a:t>
            </a:fld>
            <a:endParaRPr lang="en-US" dirty="0"/>
          </a:p>
        </p:txBody>
      </p:sp>
    </p:spTree>
    <p:extLst>
      <p:ext uri="{BB962C8B-B14F-4D97-AF65-F5344CB8AC3E}">
        <p14:creationId xmlns:p14="http://schemas.microsoft.com/office/powerpoint/2010/main" val="1298033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Cloud computing has evolved from early mainframe computing and the concept of virtualization in the 1960s through to modern implementations that began in the early 2000s, leading to today's diverse offerings.</a:t>
            </a:r>
            <a:endParaRPr lang="en-US" altLang="zh-CN" dirty="0"/>
          </a:p>
          <a:p>
            <a:r>
              <a:rPr lang="en-US" altLang="zh-CN" b="0" i="0" dirty="0">
                <a:solidFill>
                  <a:srgbClr val="000000"/>
                </a:solidFill>
                <a:effectLst/>
                <a:latin typeface="ui-sans-serif"/>
              </a:rPr>
              <a:t>Mainframe computing refers to a class of high-performance, multi-user computers that have been in use for several decades. These systems are typically large-scale, complex machines that serve as the backbone of many organizations' IT infrastructure.</a:t>
            </a:r>
          </a:p>
          <a:p>
            <a:endParaRPr lang="en-US" altLang="zh-CN" b="0" i="0" dirty="0">
              <a:solidFill>
                <a:srgbClr val="000000"/>
              </a:solidFill>
              <a:effectLst/>
              <a:latin typeface="ui-sans-serif"/>
            </a:endParaRPr>
          </a:p>
          <a:p>
            <a:r>
              <a:rPr lang="en-US" altLang="zh-CN" b="0" i="0" dirty="0">
                <a:solidFill>
                  <a:srgbClr val="000000"/>
                </a:solidFill>
                <a:effectLst/>
                <a:latin typeface="ui-sans-serif"/>
              </a:rPr>
              <a:t>Virtualization and mainframe computing are two distinct approaches to managing computer systems and resources. Virtualization provides a flexible and efficient way to manage multiple virtual machines on a single physical host, while mainframe computing provides high-performance capabilities and robust security features for critical business applications.</a:t>
            </a:r>
            <a:endParaRPr lang="zh-CN" altLang="en-US" dirty="0"/>
          </a:p>
        </p:txBody>
      </p:sp>
      <p:sp>
        <p:nvSpPr>
          <p:cNvPr id="4" name="Slide Number Placeholder 3"/>
          <p:cNvSpPr>
            <a:spLocks noGrp="1"/>
          </p:cNvSpPr>
          <p:nvPr>
            <p:ph type="sldNum" sz="quarter" idx="5"/>
          </p:nvPr>
        </p:nvSpPr>
        <p:spPr/>
        <p:txBody>
          <a:bodyPr/>
          <a:lstStyle/>
          <a:p>
            <a:fld id="{3D763BF7-D2AD-47B0-B689-7EC73BE3A6C0}" type="slidenum">
              <a:rPr lang="zh-CN" altLang="en-US" smtClean="0"/>
              <a:t>13</a:t>
            </a:fld>
            <a:endParaRPr lang="zh-CN" altLang="en-US"/>
          </a:p>
        </p:txBody>
      </p:sp>
    </p:spTree>
    <p:extLst>
      <p:ext uri="{BB962C8B-B14F-4D97-AF65-F5344CB8AC3E}">
        <p14:creationId xmlns:p14="http://schemas.microsoft.com/office/powerpoint/2010/main" val="3066509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507E7-BCA8-3791-DA95-0C56A8052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5C9C5-86DA-3AED-5BAE-DCEBF2177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DD99C-AF6B-44E6-D1DC-3A6452B526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Cloud computing is a model of delivering computing services over the internet, where resources such as servers, storage, databases, software, and applications are provided as a service to users on-demand</a:t>
            </a:r>
          </a:p>
          <a:p>
            <a:pPr marL="0" indent="0">
              <a:buNone/>
            </a:pPr>
            <a:endParaRPr lang="en-US" altLang="zh-CN" sz="1200" dirty="0"/>
          </a:p>
          <a:p>
            <a:pPr marL="0" indent="0">
              <a:spcBef>
                <a:spcPts val="2500"/>
              </a:spcBef>
              <a:buNone/>
            </a:pPr>
            <a:r>
              <a:rPr lang="en-US" altLang="zh-CN" sz="1400" b="1" dirty="0"/>
              <a:t>Community Cloud</a:t>
            </a:r>
          </a:p>
          <a:p>
            <a:pPr marL="0" lvl="1" indent="0">
              <a:buNone/>
            </a:pPr>
            <a:r>
              <a:rPr lang="en-US" altLang="zh-CN" sz="1400" dirty="0"/>
              <a:t>Community clouds are shared among several organizations with similar interests, providing a collaborative environment.</a:t>
            </a:r>
            <a:endParaRPr lang="zh-CN" altLang="en-US" sz="1400" dirty="0"/>
          </a:p>
          <a:p>
            <a:pPr marL="0" indent="0">
              <a:buNone/>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zh-CN" altLang="en-US" dirty="0"/>
          </a:p>
        </p:txBody>
      </p:sp>
      <p:sp>
        <p:nvSpPr>
          <p:cNvPr id="4" name="Slide Number Placeholder 3">
            <a:extLst>
              <a:ext uri="{FF2B5EF4-FFF2-40B4-BE49-F238E27FC236}">
                <a16:creationId xmlns:a16="http://schemas.microsoft.com/office/drawing/2014/main" id="{802F3D83-8239-FF96-399B-7F927E06DE41}"/>
              </a:ext>
            </a:extLst>
          </p:cNvPr>
          <p:cNvSpPr>
            <a:spLocks noGrp="1"/>
          </p:cNvSpPr>
          <p:nvPr>
            <p:ph type="sldNum" sz="quarter" idx="5"/>
          </p:nvPr>
        </p:nvSpPr>
        <p:spPr/>
        <p:txBody>
          <a:bodyPr/>
          <a:lstStyle/>
          <a:p>
            <a:fld id="{C6B3AB32-59DF-41F1-9618-EDFBF5049629}" type="slidenum">
              <a:rPr lang="en-US" smtClean="0"/>
              <a:t>14</a:t>
            </a:fld>
            <a:endParaRPr lang="en-US" dirty="0"/>
          </a:p>
        </p:txBody>
      </p:sp>
    </p:spTree>
    <p:extLst>
      <p:ext uri="{BB962C8B-B14F-4D97-AF65-F5344CB8AC3E}">
        <p14:creationId xmlns:p14="http://schemas.microsoft.com/office/powerpoint/2010/main" val="21895614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FF258-17C4-3116-6319-2EC985B9B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28263-0E02-9B17-BFFA-7C98FEC22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0CB0DA-4D83-5EF9-FEE9-C7FFDEF4B7F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Application layer: </a:t>
            </a:r>
            <a:r>
              <a:rPr lang="en-US" altLang="zh-CN" sz="1200" dirty="0"/>
              <a:t>Consist of different applications related to real cloud e.g. email system, storage management applications, office tools.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Platform: Includes middleware, databases, development frameworks, and other tools that simplify the process of creating and running applications.</a:t>
            </a:r>
            <a:endParaRPr lang="en-UG"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zh-CN" altLang="en-US" dirty="0"/>
          </a:p>
        </p:txBody>
      </p:sp>
      <p:sp>
        <p:nvSpPr>
          <p:cNvPr id="4" name="Slide Number Placeholder 3">
            <a:extLst>
              <a:ext uri="{FF2B5EF4-FFF2-40B4-BE49-F238E27FC236}">
                <a16:creationId xmlns:a16="http://schemas.microsoft.com/office/drawing/2014/main" id="{546C288A-022C-D2BD-DBD4-46051C174BA2}"/>
              </a:ext>
            </a:extLst>
          </p:cNvPr>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2341189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EA155-972E-0C4E-8457-0C0D44149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7B53D-C090-921F-9E0A-2BE24D67D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03BA9-410F-9941-C198-30FC5706A6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Infrastructure: </a:t>
            </a:r>
            <a:r>
              <a:rPr lang="en-US" altLang="zh-CN" sz="1200" dirty="0"/>
              <a:t>This includes operating systems, virtualization, and containerization technologies. </a:t>
            </a:r>
          </a:p>
          <a:p>
            <a:endParaRPr lang="zh-CN" altLang="en-US" dirty="0"/>
          </a:p>
        </p:txBody>
      </p:sp>
      <p:sp>
        <p:nvSpPr>
          <p:cNvPr id="4" name="Slide Number Placeholder 3">
            <a:extLst>
              <a:ext uri="{FF2B5EF4-FFF2-40B4-BE49-F238E27FC236}">
                <a16:creationId xmlns:a16="http://schemas.microsoft.com/office/drawing/2014/main" id="{00FB426C-C152-C4F3-9FE0-8A9212EBE092}"/>
              </a:ext>
            </a:extLst>
          </p:cNvPr>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3910758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These are approaches that represent the way services are provided by every layer  from the bottom to the top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t>SaaS</a:t>
            </a:r>
            <a:r>
              <a:rPr lang="en-US" altLang="zh-CN" sz="1200" dirty="0"/>
              <a:t>: </a:t>
            </a:r>
            <a:r>
              <a:rPr lang="en-US" altLang="zh-CN" sz="1200" b="0" i="0" dirty="0">
                <a:effectLst/>
              </a:rPr>
              <a:t>It is a software distribution model in which services are hosted by a cloud service provider. These services are available to end-users over the internet so, the end-users do not need to install any software on their devices to access these services.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dirty="0">
                <a:effectLst/>
              </a:rPr>
              <a:t>IaaS</a:t>
            </a:r>
            <a:r>
              <a:rPr lang="en-US" altLang="zh-CN" sz="1200" b="0" i="0" dirty="0">
                <a:effectLst/>
              </a:rPr>
              <a:t>: </a:t>
            </a:r>
            <a:r>
              <a:rPr lang="en-US" altLang="zh-CN" sz="1200" dirty="0"/>
              <a:t>With IaaS, you can rent these resources from a cloud provider like Amazon Web Services (AWS), Microsoft Azure, or Google Cloud Platform, and pay only for what you use.</a:t>
            </a:r>
            <a:endParaRPr lang="en-US" altLang="zh-CN" sz="1200" b="0" i="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17</a:t>
            </a:fld>
            <a:endParaRPr lang="en-US" dirty="0"/>
          </a:p>
        </p:txBody>
      </p:sp>
    </p:spTree>
    <p:extLst>
      <p:ext uri="{BB962C8B-B14F-4D97-AF65-F5344CB8AC3E}">
        <p14:creationId xmlns:p14="http://schemas.microsoft.com/office/powerpoint/2010/main" val="6738109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t>, Cloud resource platforms are   meaning that, they are able to be enlarged or reduced in size based on user demand, and can satisfy the demands of many users</a:t>
            </a:r>
          </a:p>
          <a:p>
            <a:r>
              <a:rPr lang="en-US" altLang="zh-CN" sz="1200" dirty="0"/>
              <a:t>Virtualization performs a significant task in developing the effectiveness of resource efficiency and raising the level of service security and reliability.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Economies of scale: Cloud computing is dominated by large companies, such as IBM, Microsoft, Google, and Amazon, which have the ability to employ large-scale resources that enable them to minimize rental and exploitation costs. As a result, cloud computing companies can recruit as many users as possible.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Calibri" panose="020F0502020204030204" pitchFamily="34" charset="0"/>
                <a:ea typeface="Calibri" panose="020F0502020204030204" pitchFamily="34" charset="0"/>
                <a:cs typeface="Times New Roman" panose="02020603050405020304" pitchFamily="18" charset="0"/>
              </a:rPr>
              <a:t>Cloud services are obtained and billed based on actual user demands, eliminating the need for significant one-time investments and enabling users to acquire resources as needed.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Calibri" panose="020F0502020204030204" pitchFamily="34" charset="0"/>
                <a:ea typeface="Calibri" panose="020F0502020204030204" pitchFamily="34" charset="0"/>
                <a:cs typeface="Times New Roman" panose="02020603050405020304" pitchFamily="18" charset="0"/>
              </a:rPr>
              <a:t>Cloud rental resources are highly customizable, allowing users to tailor services to their specific needs, particularly in Infrastructure as a Service (IaaS) where virtual and specialized devices can be deployed.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Calibri" panose="020F0502020204030204" pitchFamily="34" charset="0"/>
                <a:ea typeface="Calibri" panose="020F0502020204030204" pitchFamily="34" charset="0"/>
                <a:cs typeface="Times New Roman" panose="02020603050405020304" pitchFamily="18" charset="0"/>
              </a:rPr>
              <a:t>:  Cloud computing platforms prioritize the security of customer data and application reliability. This is achieved through platform backups, multiple data locations, dynamic network management, and the ability to migrate resources dynamically in case of failure or low effectiveness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18</a:t>
            </a:fld>
            <a:endParaRPr lang="en-US" dirty="0"/>
          </a:p>
        </p:txBody>
      </p:sp>
    </p:spTree>
    <p:extLst>
      <p:ext uri="{BB962C8B-B14F-4D97-AF65-F5344CB8AC3E}">
        <p14:creationId xmlns:p14="http://schemas.microsoft.com/office/powerpoint/2010/main" val="3392535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ltLang="zh-CN" sz="1200" b="0" i="0" dirty="0">
                <a:effectLst/>
                <a:latin typeface="Google Sans"/>
              </a:rPr>
              <a:t>Threats:</a:t>
            </a:r>
          </a:p>
          <a:p>
            <a:pPr>
              <a:buFont typeface="Arial" panose="020B0604020202020204" pitchFamily="34" charset="0"/>
              <a:buChar char="•"/>
            </a:pPr>
            <a:r>
              <a:rPr lang="en-US" altLang="zh-CN" sz="1200" b="0" i="0" dirty="0">
                <a:effectLst/>
                <a:latin typeface="Google Sans"/>
              </a:rPr>
              <a:t>Data Breaches: The biggest concern, leading to exposure of sensitive information.</a:t>
            </a:r>
          </a:p>
          <a:p>
            <a:pPr>
              <a:buFont typeface="Arial" panose="020B0604020202020204" pitchFamily="34" charset="0"/>
              <a:buChar char="•"/>
            </a:pPr>
            <a:r>
              <a:rPr lang="en-US" altLang="zh-CN" sz="1200" b="0" i="0" dirty="0">
                <a:effectLst/>
                <a:latin typeface="Google Sans"/>
              </a:rPr>
              <a:t>Compromised Credentials: Weak passwords, hacking, and insider threats can grant unauthorized access.</a:t>
            </a:r>
          </a:p>
          <a:p>
            <a:pPr>
              <a:buFont typeface="Arial" panose="020B0604020202020204" pitchFamily="34" charset="0"/>
              <a:buChar char="•"/>
            </a:pPr>
            <a:r>
              <a:rPr lang="en-US" altLang="zh-CN" sz="1200" b="0" i="0" dirty="0">
                <a:effectLst/>
                <a:latin typeface="Google Sans"/>
              </a:rPr>
              <a:t>DoS Attacks: Overwhelming systems with requests to disrupt service.</a:t>
            </a:r>
          </a:p>
          <a:p>
            <a:pPr>
              <a:buFont typeface="Arial" panose="020B0604020202020204" pitchFamily="34" charset="0"/>
              <a:buChar char="•"/>
            </a:pPr>
            <a:r>
              <a:rPr lang="en-US" altLang="zh-CN" sz="1200" b="0" i="0" dirty="0">
                <a:effectLst/>
                <a:latin typeface="Google Sans"/>
              </a:rPr>
              <a:t>Virtualization Exploitation: Shared resources in VMs increase attack possibilities.</a:t>
            </a:r>
          </a:p>
          <a:p>
            <a:pPr>
              <a:buFont typeface="Arial" panose="020B0604020202020204" pitchFamily="34" charset="0"/>
              <a:buChar char="•"/>
            </a:pPr>
            <a:r>
              <a:rPr lang="en-US" altLang="zh-CN" sz="1200" b="0" i="0" dirty="0">
                <a:effectLst/>
                <a:latin typeface="Google Sans"/>
              </a:rPr>
              <a:t>Network-based Attacks: Traditional threats like snooping and DNS hijacking persist.</a:t>
            </a:r>
          </a:p>
          <a:p>
            <a:pPr>
              <a:buFont typeface="Arial" panose="020B0604020202020204" pitchFamily="34" charset="0"/>
              <a:buChar char="•"/>
            </a:pPr>
            <a:r>
              <a:rPr lang="en-US" altLang="zh-CN" sz="1200" b="0" i="0" dirty="0">
                <a:effectLst/>
                <a:latin typeface="Google Sans"/>
              </a:rPr>
              <a:t>Application-based Attacks: Hacking, dictionary attacks, and vulnerabilities put applications at risk.</a:t>
            </a:r>
          </a:p>
          <a:p>
            <a:pPr>
              <a:buFont typeface="Arial" panose="020B0604020202020204" pitchFamily="34" charset="0"/>
              <a:buChar char="•"/>
            </a:pPr>
            <a:r>
              <a:rPr lang="en-US" altLang="zh-CN" sz="1200" b="0" i="0" dirty="0">
                <a:effectLst/>
                <a:latin typeface="Google Sans"/>
              </a:rPr>
              <a:t>Host-level Attacks: Malware, worms, and unauthorized access remain concerns.</a:t>
            </a:r>
          </a:p>
          <a:p>
            <a:pPr>
              <a:buFont typeface="Arial" panose="020B0604020202020204" pitchFamily="34" charset="0"/>
              <a:buNone/>
            </a:pPr>
            <a:endParaRPr lang="en-US" altLang="zh-CN" sz="1200" b="0" i="0" dirty="0">
              <a:effectLst/>
              <a:latin typeface="Google Sans"/>
            </a:endParaRPr>
          </a:p>
        </p:txBody>
      </p:sp>
      <p:sp>
        <p:nvSpPr>
          <p:cNvPr id="4" name="Slide Number Placeholder 3"/>
          <p:cNvSpPr>
            <a:spLocks noGrp="1"/>
          </p:cNvSpPr>
          <p:nvPr>
            <p:ph type="sldNum" sz="quarter" idx="5"/>
          </p:nvPr>
        </p:nvSpPr>
        <p:spPr/>
        <p:txBody>
          <a:bodyPr/>
          <a:lstStyle/>
          <a:p>
            <a:fld id="{C6B3AB32-59DF-41F1-9618-EDFBF5049629}" type="slidenum">
              <a:rPr lang="en-US" smtClean="0"/>
              <a:t>21</a:t>
            </a:fld>
            <a:endParaRPr lang="en-US" dirty="0"/>
          </a:p>
        </p:txBody>
      </p:sp>
    </p:spTree>
    <p:extLst>
      <p:ext uri="{BB962C8B-B14F-4D97-AF65-F5344CB8AC3E}">
        <p14:creationId xmlns:p14="http://schemas.microsoft.com/office/powerpoint/2010/main" val="1812940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88AE-925D-93A7-2B0A-0089A10B9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B180E-7DFD-D90C-7881-904244BBC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55780-22A0-7088-1505-401BC6BE2DC9}"/>
              </a:ext>
            </a:extLst>
          </p:cNvPr>
          <p:cNvSpPr>
            <a:spLocks noGrp="1"/>
          </p:cNvSpPr>
          <p:nvPr>
            <p:ph type="body" idx="1"/>
          </p:nvPr>
        </p:nvSpPr>
        <p:spPr/>
        <p:txBody>
          <a:bodyPr/>
          <a:lstStyle/>
          <a:p>
            <a:pPr marL="0" indent="0">
              <a:buNone/>
            </a:pPr>
            <a:r>
              <a:rPr lang="en-US" altLang="zh-CN" sz="1200" b="0" i="0" dirty="0">
                <a:effectLst/>
                <a:latin typeface="Google Sans"/>
              </a:rPr>
              <a:t>Threats:</a:t>
            </a:r>
          </a:p>
          <a:p>
            <a:pPr>
              <a:buFont typeface="Arial" panose="020B0604020202020204" pitchFamily="34" charset="0"/>
              <a:buChar char="•"/>
            </a:pPr>
            <a:r>
              <a:rPr lang="en-US" altLang="zh-CN" sz="1200" b="0" i="0" dirty="0">
                <a:effectLst/>
                <a:latin typeface="Google Sans"/>
              </a:rPr>
              <a:t>Data Breaches: The biggest concern, leading to exposure of sensitive information.</a:t>
            </a:r>
          </a:p>
          <a:p>
            <a:pPr>
              <a:buFont typeface="Arial" panose="020B0604020202020204" pitchFamily="34" charset="0"/>
              <a:buChar char="•"/>
            </a:pPr>
            <a:r>
              <a:rPr lang="en-US" altLang="zh-CN" sz="1200" b="0" i="0" dirty="0">
                <a:effectLst/>
                <a:latin typeface="Google Sans"/>
              </a:rPr>
              <a:t>Compromised Credentials: Weak passwords, hacking, and insider threats can grant unauthorized access.</a:t>
            </a:r>
          </a:p>
          <a:p>
            <a:pPr>
              <a:buFont typeface="Arial" panose="020B0604020202020204" pitchFamily="34" charset="0"/>
              <a:buChar char="•"/>
            </a:pPr>
            <a:r>
              <a:rPr lang="en-US" altLang="zh-CN" sz="1200" b="0" i="0" dirty="0">
                <a:effectLst/>
                <a:latin typeface="Google Sans"/>
              </a:rPr>
              <a:t>DoS Attacks: Overwhelming systems with requests to disrupt service.</a:t>
            </a:r>
          </a:p>
          <a:p>
            <a:pPr>
              <a:buFont typeface="Arial" panose="020B0604020202020204" pitchFamily="34" charset="0"/>
              <a:buChar char="•"/>
            </a:pPr>
            <a:r>
              <a:rPr lang="en-US" altLang="zh-CN" sz="1200" b="0" i="0" dirty="0">
                <a:effectLst/>
                <a:latin typeface="Google Sans"/>
              </a:rPr>
              <a:t>Virtualization Exploitation: Shared resources in VMs increase attack possibilities.</a:t>
            </a:r>
          </a:p>
          <a:p>
            <a:pPr>
              <a:buFont typeface="Arial" panose="020B0604020202020204" pitchFamily="34" charset="0"/>
              <a:buChar char="•"/>
            </a:pPr>
            <a:r>
              <a:rPr lang="en-US" altLang="zh-CN" sz="1200" b="0" i="0" dirty="0">
                <a:effectLst/>
                <a:latin typeface="Google Sans"/>
              </a:rPr>
              <a:t>Network-based Attacks: Traditional threats like snooping and DNS hijacking persist.</a:t>
            </a:r>
          </a:p>
          <a:p>
            <a:pPr>
              <a:buFont typeface="Arial" panose="020B0604020202020204" pitchFamily="34" charset="0"/>
              <a:buChar char="•"/>
            </a:pPr>
            <a:r>
              <a:rPr lang="en-US" altLang="zh-CN" sz="1200" b="0" i="0" dirty="0">
                <a:effectLst/>
                <a:latin typeface="Google Sans"/>
              </a:rPr>
              <a:t>Application-based Attacks: Hacking, dictionary attacks, and vulnerabilities put applications at risk.</a:t>
            </a:r>
          </a:p>
          <a:p>
            <a:pPr>
              <a:buFont typeface="Arial" panose="020B0604020202020204" pitchFamily="34" charset="0"/>
              <a:buChar char="•"/>
            </a:pPr>
            <a:r>
              <a:rPr lang="en-US" altLang="zh-CN" sz="1200" b="0" i="0" dirty="0">
                <a:effectLst/>
                <a:latin typeface="Google Sans"/>
              </a:rPr>
              <a:t>Host-level Attacks: Malware, worms, and unauthorized access remain concerns.</a:t>
            </a:r>
          </a:p>
          <a:p>
            <a:pPr>
              <a:buFont typeface="Arial" panose="020B0604020202020204" pitchFamily="34" charset="0"/>
              <a:buNone/>
            </a:pPr>
            <a:endParaRPr lang="en-US" altLang="zh-CN" sz="1200" b="0" i="0" dirty="0">
              <a:effectLst/>
              <a:latin typeface="Google Sans"/>
            </a:endParaRPr>
          </a:p>
        </p:txBody>
      </p:sp>
      <p:sp>
        <p:nvSpPr>
          <p:cNvPr id="4" name="Slide Number Placeholder 3">
            <a:extLst>
              <a:ext uri="{FF2B5EF4-FFF2-40B4-BE49-F238E27FC236}">
                <a16:creationId xmlns:a16="http://schemas.microsoft.com/office/drawing/2014/main" id="{F9A3AA02-6CC2-80CF-C84E-2AA00B401E06}"/>
              </a:ext>
            </a:extLst>
          </p:cNvPr>
          <p:cNvSpPr>
            <a:spLocks noGrp="1"/>
          </p:cNvSpPr>
          <p:nvPr>
            <p:ph type="sldNum" sz="quarter" idx="5"/>
          </p:nvPr>
        </p:nvSpPr>
        <p:spPr/>
        <p:txBody>
          <a:bodyPr/>
          <a:lstStyle/>
          <a:p>
            <a:fld id="{C6B3AB32-59DF-41F1-9618-EDFBF5049629}" type="slidenum">
              <a:rPr lang="en-US" smtClean="0"/>
              <a:t>22</a:t>
            </a:fld>
            <a:endParaRPr lang="en-US" dirty="0"/>
          </a:p>
        </p:txBody>
      </p:sp>
    </p:spTree>
    <p:extLst>
      <p:ext uri="{BB962C8B-B14F-4D97-AF65-F5344CB8AC3E}">
        <p14:creationId xmlns:p14="http://schemas.microsoft.com/office/powerpoint/2010/main" val="401621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lvl="1" indent="-285750">
              <a:spcAft>
                <a:spcPts val="800"/>
              </a:spcAft>
              <a:buSzPts val="1000"/>
              <a:buFont typeface="Symbol" panose="05050102010706020507" pitchFamily="18" charset="2"/>
              <a:buChar char=""/>
              <a:tabLst>
                <a:tab pos="914400" algn="l"/>
              </a:tabLst>
            </a:pPr>
            <a:r>
              <a:rPr lang="en-UG" altLang="zh-CN" sz="1400" b="1" kern="100" dirty="0">
                <a:effectLst/>
                <a:latin typeface="Aptos" panose="020B0004020202020204" pitchFamily="34" charset="0"/>
                <a:ea typeface="Aptos" panose="020B0004020202020204" pitchFamily="34" charset="0"/>
                <a:cs typeface="Times New Roman" panose="02020603050405020304" pitchFamily="18" charset="0"/>
              </a:rPr>
              <a:t>Future Trends:</a:t>
            </a:r>
            <a:endParaRPr lang="en-UG" altLang="zh-CN"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SzPts val="1000"/>
              <a:buFont typeface="Symbol" panose="05050102010706020507" pitchFamily="18" charset="2"/>
              <a:buChar char=""/>
              <a:tabLst>
                <a:tab pos="13716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Intelligent Machine Learning Techniques:</a:t>
            </a:r>
          </a:p>
          <a:p>
            <a:pPr marL="1600200" lvl="3" indent="-228600">
              <a:spcAft>
                <a:spcPts val="800"/>
              </a:spcAft>
              <a:buSzPts val="1000"/>
              <a:buFont typeface="Symbol" panose="05050102010706020507" pitchFamily="18" charset="2"/>
              <a:buChar char=""/>
              <a:tabLst>
                <a:tab pos="18288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Automation, optimization, and advanced threat detection.</a:t>
            </a:r>
          </a:p>
          <a:p>
            <a:pPr marL="1143000" lvl="2" indent="-228600">
              <a:spcAft>
                <a:spcPts val="800"/>
              </a:spcAft>
              <a:buSzPts val="1000"/>
              <a:buFont typeface="Symbol" panose="05050102010706020507" pitchFamily="18" charset="2"/>
              <a:buChar char=""/>
              <a:tabLst>
                <a:tab pos="13716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Adoption of AI and Blockchain Technologies:</a:t>
            </a:r>
          </a:p>
          <a:p>
            <a:pPr marL="1600200" lvl="3" indent="-228600">
              <a:spcAft>
                <a:spcPts val="800"/>
              </a:spcAft>
              <a:buSzPts val="1000"/>
              <a:buFont typeface="Symbol" panose="05050102010706020507" pitchFamily="18" charset="2"/>
              <a:buChar char=""/>
              <a:tabLst>
                <a:tab pos="18288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Transformative impact on security, analytics, and services.</a:t>
            </a:r>
          </a:p>
          <a:p>
            <a:pPr marL="1143000" lvl="2" indent="-228600">
              <a:spcAft>
                <a:spcPts val="800"/>
              </a:spcAft>
              <a:buSzPts val="1000"/>
              <a:buFont typeface="Symbol" panose="05050102010706020507" pitchFamily="18" charset="2"/>
              <a:buChar char=""/>
              <a:tabLst>
                <a:tab pos="13716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Emphasis on Big Data Analytics and Data Science:</a:t>
            </a:r>
          </a:p>
          <a:p>
            <a:pPr marL="1600200" lvl="3" indent="-228600">
              <a:spcAft>
                <a:spcPts val="800"/>
              </a:spcAft>
              <a:buSzPts val="1000"/>
              <a:buFont typeface="Symbol" panose="05050102010706020507" pitchFamily="18" charset="2"/>
              <a:buChar char=""/>
              <a:tabLst>
                <a:tab pos="18288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Data-driven decision-making and innovation.</a:t>
            </a:r>
          </a:p>
          <a:p>
            <a:pPr marL="1143000" lvl="2" indent="-228600">
              <a:spcAft>
                <a:spcPts val="800"/>
              </a:spcAft>
              <a:buSzPts val="1000"/>
              <a:buFont typeface="Symbol" panose="05050102010706020507" pitchFamily="18" charset="2"/>
              <a:buChar char=""/>
              <a:tabLst>
                <a:tab pos="13716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Security Enhancement and Vulnerability Control:</a:t>
            </a:r>
          </a:p>
          <a:p>
            <a:pPr marL="1600200" lvl="3" indent="-228600">
              <a:spcAft>
                <a:spcPts val="800"/>
              </a:spcAft>
              <a:buSzPts val="1000"/>
              <a:buFont typeface="Symbol" panose="05050102010706020507" pitchFamily="18" charset="2"/>
              <a:buChar char=""/>
              <a:tabLst>
                <a:tab pos="1828800" algn="l"/>
              </a:tabLst>
            </a:pPr>
            <a:r>
              <a:rPr lang="en-UG" altLang="zh-CN" sz="1400" kern="100" dirty="0">
                <a:effectLst/>
                <a:latin typeface="Aptos" panose="020B0004020202020204" pitchFamily="34" charset="0"/>
                <a:ea typeface="Aptos" panose="020B0004020202020204" pitchFamily="34" charset="0"/>
                <a:cs typeface="Times New Roman" panose="02020603050405020304" pitchFamily="18" charset="0"/>
              </a:rPr>
              <a:t>Strengthening measures for robust protection.</a:t>
            </a:r>
            <a:endParaRPr lang="en-US" altLang="zh-CN" sz="14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spcAft>
                <a:spcPts val="800"/>
              </a:spcAft>
              <a:buSzPts val="1000"/>
              <a:buFont typeface="Symbol" panose="05050102010706020507" pitchFamily="18" charset="2"/>
              <a:buChar char=""/>
              <a:tabLst>
                <a:tab pos="1371600" algn="l"/>
              </a:tabLst>
            </a:pPr>
            <a:r>
              <a:rPr lang="en-UG" altLang="zh-CN" sz="3200" kern="100" dirty="0">
                <a:effectLst/>
                <a:latin typeface="Aptos" panose="020B0004020202020204" pitchFamily="34" charset="0"/>
                <a:ea typeface="Aptos" panose="020B0004020202020204" pitchFamily="34" charset="0"/>
                <a:cs typeface="Times New Roman" panose="02020603050405020304" pitchFamily="18" charset="0"/>
              </a:rPr>
              <a:t>A dynamic future where cloud computing evolves to new heights.</a:t>
            </a:r>
          </a:p>
          <a:p>
            <a:pPr marL="1143000" lvl="2" indent="-228600">
              <a:spcAft>
                <a:spcPts val="800"/>
              </a:spcAft>
              <a:buSzPts val="1000"/>
              <a:buFont typeface="Symbol" panose="05050102010706020507" pitchFamily="18" charset="2"/>
              <a:buChar char=""/>
              <a:tabLst>
                <a:tab pos="1371600" algn="l"/>
              </a:tabLst>
            </a:pPr>
            <a:r>
              <a:rPr lang="en-UG" altLang="zh-CN" sz="3200" kern="100" dirty="0">
                <a:effectLst/>
                <a:latin typeface="Aptos" panose="020B0004020202020204" pitchFamily="34" charset="0"/>
                <a:ea typeface="Aptos" panose="020B0004020202020204" pitchFamily="34" charset="0"/>
                <a:cs typeface="Times New Roman" panose="02020603050405020304" pitchFamily="18" charset="0"/>
              </a:rPr>
              <a:t>A triumvirate of IoT, AI, and Blockchain shaping the cloud landscape.</a:t>
            </a:r>
          </a:p>
          <a:p>
            <a:pPr marL="1143000" lvl="2" indent="-228600">
              <a:spcAft>
                <a:spcPts val="800"/>
              </a:spcAft>
              <a:buSzPts val="1000"/>
              <a:buFont typeface="Symbol" panose="05050102010706020507" pitchFamily="18" charset="2"/>
              <a:buChar char=""/>
              <a:tabLst>
                <a:tab pos="1371600" algn="l"/>
              </a:tabLst>
            </a:pPr>
            <a:r>
              <a:rPr lang="en-UG" altLang="zh-CN" sz="3200" kern="100" dirty="0">
                <a:effectLst/>
                <a:latin typeface="Aptos" panose="020B0004020202020204" pitchFamily="34" charset="0"/>
                <a:ea typeface="Aptos" panose="020B0004020202020204" pitchFamily="34" charset="0"/>
                <a:cs typeface="Times New Roman" panose="02020603050405020304" pitchFamily="18" charset="0"/>
              </a:rPr>
              <a:t>The intersection of data science, security, and intelligent technologies.</a:t>
            </a:r>
          </a:p>
          <a:p>
            <a:pPr marL="1371600" lvl="3" indent="0">
              <a:spcAft>
                <a:spcPts val="800"/>
              </a:spcAft>
              <a:buSzPts val="1000"/>
              <a:buFont typeface="Symbol" panose="05050102010706020507" pitchFamily="18" charset="2"/>
              <a:buNone/>
              <a:tabLst>
                <a:tab pos="1828800" algn="l"/>
              </a:tabLst>
            </a:pPr>
            <a:endParaRPr lang="en-UG" altLang="zh-CN"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24</a:t>
            </a:fld>
            <a:endParaRPr lang="en-US" dirty="0"/>
          </a:p>
        </p:txBody>
      </p:sp>
    </p:spTree>
    <p:extLst>
      <p:ext uri="{BB962C8B-B14F-4D97-AF65-F5344CB8AC3E}">
        <p14:creationId xmlns:p14="http://schemas.microsoft.com/office/powerpoint/2010/main" val="3300118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Aft>
                <a:spcPts val="1200"/>
              </a:spcAft>
            </a:pPr>
            <a:r>
              <a:rPr lang="en-US" altLang="zh-CN" b="0" i="0" dirty="0">
                <a:solidFill>
                  <a:srgbClr val="000000"/>
                </a:solidFill>
                <a:effectLst/>
                <a:latin typeface="ui-sans-serif"/>
              </a:rPr>
              <a:t>The concept of "Triumvirate: IoT + AI + Blockchain" refers to the integration and convergence of three powerful technologies:</a:t>
            </a:r>
          </a:p>
          <a:p>
            <a:pPr algn="l">
              <a:spcAft>
                <a:spcPts val="1200"/>
              </a:spcAft>
              <a:buFont typeface="+mj-lt"/>
              <a:buAutoNum type="arabicPeriod"/>
            </a:pPr>
            <a:r>
              <a:rPr lang="en-US" altLang="zh-CN" b="1" i="0" dirty="0">
                <a:solidFill>
                  <a:srgbClr val="000000"/>
                </a:solidFill>
                <a:effectLst/>
                <a:latin typeface="ui-sans-serif"/>
              </a:rPr>
              <a:t>Internet of Things (IoT)</a:t>
            </a:r>
            <a:r>
              <a:rPr lang="en-US" altLang="zh-CN" b="0" i="0" dirty="0">
                <a:solidFill>
                  <a:srgbClr val="000000"/>
                </a:solidFill>
                <a:effectLst/>
                <a:latin typeface="ui-sans-serif"/>
              </a:rPr>
              <a:t>: A network of physical devices, vehicles, home appliances, and other items embedded with sensors, software, and connectivity, allowing them to collect and exchange data.</a:t>
            </a:r>
          </a:p>
          <a:p>
            <a:pPr algn="l">
              <a:spcAft>
                <a:spcPts val="1200"/>
              </a:spcAft>
              <a:buFont typeface="+mj-lt"/>
              <a:buAutoNum type="arabicPeriod"/>
            </a:pPr>
            <a:r>
              <a:rPr lang="en-US" altLang="zh-CN" b="1" i="0" dirty="0">
                <a:solidFill>
                  <a:srgbClr val="000000"/>
                </a:solidFill>
                <a:effectLst/>
                <a:latin typeface="ui-sans-serif"/>
              </a:rPr>
              <a:t>Artificial Intelligence (AI)</a:t>
            </a:r>
            <a:r>
              <a:rPr lang="en-US" altLang="zh-CN" b="0" i="0" dirty="0">
                <a:solidFill>
                  <a:srgbClr val="000000"/>
                </a:solidFill>
                <a:effectLst/>
                <a:latin typeface="ui-sans-serif"/>
              </a:rPr>
              <a:t>: A subset of computer science that focuses on creating intelligent machines capable of performing tasks that typically require human intelligence, such as learning, reasoning, problem-solving, perception, and decision-making.</a:t>
            </a:r>
          </a:p>
          <a:p>
            <a:pPr algn="l">
              <a:spcAft>
                <a:spcPts val="1200"/>
              </a:spcAft>
              <a:buFont typeface="+mj-lt"/>
              <a:buAutoNum type="arabicPeriod"/>
            </a:pPr>
            <a:r>
              <a:rPr lang="en-US" altLang="zh-CN" b="1" i="0" dirty="0">
                <a:solidFill>
                  <a:srgbClr val="000000"/>
                </a:solidFill>
                <a:effectLst/>
                <a:latin typeface="ui-sans-serif"/>
              </a:rPr>
              <a:t>Blockchain</a:t>
            </a:r>
            <a:r>
              <a:rPr lang="en-US" altLang="zh-CN" b="0" i="0" dirty="0">
                <a:solidFill>
                  <a:srgbClr val="000000"/>
                </a:solidFill>
                <a:effectLst/>
                <a:latin typeface="ui-sans-serif"/>
              </a:rPr>
              <a:t>: A decentralized, distributed ledger technology that enables secure, transparent, and tamper-proof data storage and transmission.</a:t>
            </a:r>
          </a:p>
          <a:p>
            <a:pPr algn="l">
              <a:spcAft>
                <a:spcPts val="1200"/>
              </a:spcAft>
            </a:pPr>
            <a:r>
              <a:rPr lang="en-US" altLang="zh-CN" b="1" i="0" dirty="0">
                <a:solidFill>
                  <a:srgbClr val="000000"/>
                </a:solidFill>
                <a:effectLst/>
                <a:latin typeface="ui-sans-serif"/>
              </a:rPr>
              <a:t>The Triumvirate Concept:</a:t>
            </a:r>
            <a:endParaRPr lang="en-US" altLang="zh-CN" b="0" i="0" dirty="0">
              <a:solidFill>
                <a:srgbClr val="000000"/>
              </a:solidFill>
              <a:effectLst/>
              <a:latin typeface="ui-sans-serif"/>
            </a:endParaRPr>
          </a:p>
          <a:p>
            <a:pPr algn="l">
              <a:spcAft>
                <a:spcPts val="1200"/>
              </a:spcAft>
            </a:pPr>
            <a:r>
              <a:rPr lang="en-US" altLang="zh-CN" b="0" i="0" dirty="0">
                <a:solidFill>
                  <a:srgbClr val="000000"/>
                </a:solidFill>
                <a:effectLst/>
                <a:latin typeface="ui-sans-serif"/>
              </a:rPr>
              <a:t>When combined, these three technologies create a powerful triumvirate that can transform various aspects of our lives:</a:t>
            </a:r>
          </a:p>
          <a:p>
            <a:pPr algn="l">
              <a:spcAft>
                <a:spcPts val="1200"/>
              </a:spcAft>
              <a:buFont typeface="+mj-lt"/>
              <a:buAutoNum type="arabicPeriod"/>
            </a:pPr>
            <a:r>
              <a:rPr lang="en-US" altLang="zh-CN" b="1" i="0" dirty="0">
                <a:solidFill>
                  <a:srgbClr val="000000"/>
                </a:solidFill>
                <a:effectLst/>
                <a:latin typeface="ui-sans-serif"/>
              </a:rPr>
              <a:t>Increased Efficiency</a:t>
            </a:r>
            <a:r>
              <a:rPr lang="en-US" altLang="zh-CN" b="0" i="0" dirty="0">
                <a:solidFill>
                  <a:srgbClr val="000000"/>
                </a:solidFill>
                <a:effectLst/>
                <a:latin typeface="ui-sans-serif"/>
              </a:rPr>
              <a:t>: IoT devices can collect data from the physical world, AI can analyze this data to identify patterns and insights, while blockchain ensures secure data storage and transmission.</a:t>
            </a:r>
          </a:p>
          <a:p>
            <a:pPr algn="l">
              <a:spcAft>
                <a:spcPts val="1200"/>
              </a:spcAft>
              <a:buFont typeface="+mj-lt"/>
              <a:buAutoNum type="arabicPeriod"/>
            </a:pPr>
            <a:r>
              <a:rPr lang="en-US" altLang="zh-CN" b="1" i="0" dirty="0">
                <a:solidFill>
                  <a:srgbClr val="000000"/>
                </a:solidFill>
                <a:effectLst/>
                <a:latin typeface="ui-sans-serif"/>
              </a:rPr>
              <a:t>Enhanced Security</a:t>
            </a:r>
            <a:r>
              <a:rPr lang="en-US" altLang="zh-CN" b="0" i="0" dirty="0">
                <a:solidFill>
                  <a:srgbClr val="000000"/>
                </a:solidFill>
                <a:effectLst/>
                <a:latin typeface="ui-sans-serif"/>
              </a:rPr>
              <a:t>: The decentralized nature of blockchain ensures that sensitive data is protected from unauthorized access or manipulation.</a:t>
            </a:r>
          </a:p>
          <a:p>
            <a:pPr algn="l">
              <a:spcAft>
                <a:spcPts val="1200"/>
              </a:spcAft>
              <a:buFont typeface="+mj-lt"/>
              <a:buAutoNum type="arabicPeriod"/>
            </a:pPr>
            <a:r>
              <a:rPr lang="en-US" altLang="zh-CN" b="1" i="0" dirty="0">
                <a:solidFill>
                  <a:srgbClr val="000000"/>
                </a:solidFill>
                <a:effectLst/>
                <a:latin typeface="ui-sans-serif"/>
              </a:rPr>
              <a:t>Improved Decision-Making</a:t>
            </a:r>
            <a:r>
              <a:rPr lang="en-US" altLang="zh-CN" b="0" i="0" dirty="0">
                <a:solidFill>
                  <a:srgbClr val="000000"/>
                </a:solidFill>
                <a:effectLst/>
                <a:latin typeface="ui-sans-serif"/>
              </a:rPr>
              <a:t>: By leveraging the power of AI and IoT, organizations and individuals can make more informed decisions based on real-time data analysis.</a:t>
            </a:r>
          </a:p>
          <a:p>
            <a:pPr algn="l">
              <a:spcAft>
                <a:spcPts val="1200"/>
              </a:spcAft>
              <a:buFont typeface="+mj-lt"/>
              <a:buAutoNum type="arabicPeriod"/>
            </a:pPr>
            <a:r>
              <a:rPr lang="en-US" altLang="zh-CN" b="1" i="0" dirty="0">
                <a:solidFill>
                  <a:srgbClr val="000000"/>
                </a:solidFill>
                <a:effectLst/>
                <a:latin typeface="ui-sans-serif"/>
              </a:rPr>
              <a:t>Increased Transparency</a:t>
            </a:r>
            <a:r>
              <a:rPr lang="en-US" altLang="zh-CN" b="0" i="0" dirty="0">
                <a:solidFill>
                  <a:srgbClr val="000000"/>
                </a:solidFill>
                <a:effectLst/>
                <a:latin typeface="ui-sans-serif"/>
              </a:rPr>
              <a:t>: Blockchain technology provides a transparent and tamper-proof record of all transactions, enabling accountability and trust.</a:t>
            </a:r>
          </a:p>
          <a:p>
            <a:endParaRPr lang="zh-CN" alt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25</a:t>
            </a:fld>
            <a:endParaRPr lang="en-US" dirty="0"/>
          </a:p>
        </p:txBody>
      </p:sp>
    </p:spTree>
    <p:extLst>
      <p:ext uri="{BB962C8B-B14F-4D97-AF65-F5344CB8AC3E}">
        <p14:creationId xmlns:p14="http://schemas.microsoft.com/office/powerpoint/2010/main" val="2459599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7" y="614407"/>
            <a:ext cx="11309337"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697026"/>
            <a:ext cx="11029616" cy="657721"/>
          </a:xfrm>
        </p:spPr>
        <p:txBody>
          <a:bodyPr/>
          <a:lstStyle/>
          <a:p>
            <a:r>
              <a:rPr lang="en-US" dirty="0"/>
              <a:t>Click to edit Master title style</a:t>
            </a:r>
          </a:p>
        </p:txBody>
      </p:sp>
      <p:sp>
        <p:nvSpPr>
          <p:cNvPr id="3" name="Content Placeholder 2"/>
          <p:cNvSpPr>
            <a:spLocks noGrp="1"/>
          </p:cNvSpPr>
          <p:nvPr>
            <p:ph idx="1"/>
          </p:nvPr>
        </p:nvSpPr>
        <p:spPr>
          <a:xfrm>
            <a:off x="440286" y="1572672"/>
            <a:ext cx="11309338" cy="4379139"/>
          </a:xfrm>
        </p:spPr>
        <p:txBody>
          <a:bodyPr anchor="t">
            <a:normAutofit/>
          </a:bodyPr>
          <a:lstStyle>
            <a:lvl1pPr>
              <a:defRPr sz="3600"/>
            </a:lvl1pPr>
            <a:lvl2pPr>
              <a:defRPr sz="3200"/>
            </a:lvl2pPr>
            <a:lvl3pPr>
              <a:defRPr sz="28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4" y="606555"/>
            <a:ext cx="11313654"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81194" y="663848"/>
            <a:ext cx="11029616" cy="708373"/>
          </a:xfrm>
        </p:spPr>
        <p:txBody>
          <a:bodyPr/>
          <a:lstStyle/>
          <a:p>
            <a:r>
              <a:rPr lang="en-US" dirty="0"/>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1/27/2025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1" descr="F:\mak-logo-clear.png">
            <a:extLst>
              <a:ext uri="{FF2B5EF4-FFF2-40B4-BE49-F238E27FC236}">
                <a16:creationId xmlns:a16="http://schemas.microsoft.com/office/drawing/2014/main" id="{6B5FC763-E5D6-4237-840D-9E90282E4032}"/>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446534" y="5951811"/>
            <a:ext cx="681905" cy="55975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32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8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mailto:moses.ntanda@mak.ac.u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3.svg"/><Relationship Id="rId7" Type="http://schemas.openxmlformats.org/officeDocument/2006/relationships/diagramColors" Target="../diagrams/colors8.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2290" y="3728435"/>
            <a:ext cx="10993549" cy="1962497"/>
          </a:xfrm>
        </p:spPr>
        <p:txBody>
          <a:bodyPr>
            <a:noAutofit/>
          </a:bodyPr>
          <a:lstStyle/>
          <a:p>
            <a:r>
              <a:rPr lang="en-US" sz="3200" dirty="0">
                <a:solidFill>
                  <a:schemeClr val="bg1"/>
                </a:solidFill>
              </a:rPr>
              <a:t>Bse3214:  </a:t>
            </a:r>
            <a:r>
              <a:rPr lang="en-US" sz="3200" cap="none" dirty="0">
                <a:solidFill>
                  <a:schemeClr val="bg1"/>
                </a:solidFill>
              </a:rPr>
              <a:t>Cloud Computing and Big Data</a:t>
            </a:r>
            <a:br>
              <a:rPr lang="en-US" sz="3200" dirty="0">
                <a:solidFill>
                  <a:schemeClr val="bg1"/>
                </a:solidFill>
              </a:rPr>
            </a:br>
            <a:endParaRPr lang="en-US" sz="3200"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96717" y="5409315"/>
            <a:ext cx="10993546" cy="814504"/>
          </a:xfrm>
        </p:spPr>
        <p:txBody>
          <a:bodyPr>
            <a:normAutofit/>
          </a:bodyPr>
          <a:lstStyle/>
          <a:p>
            <a:pPr algn="r"/>
            <a:r>
              <a:rPr lang="en-US" dirty="0">
                <a:solidFill>
                  <a:srgbClr val="7CEBFF"/>
                </a:solidFill>
              </a:rPr>
              <a:t>Moses Ntanda, PhD</a:t>
            </a:r>
          </a:p>
          <a:p>
            <a:pPr algn="r"/>
            <a:r>
              <a:rPr lang="en-US" dirty="0">
                <a:solidFill>
                  <a:srgbClr val="7CEBFF"/>
                </a:solidFill>
              </a:rPr>
              <a:t>Lecturer | networks department | school of Computing &amp; IT | Makerere University Kampala</a:t>
            </a:r>
          </a:p>
        </p:txBody>
      </p:sp>
      <p:pic>
        <p:nvPicPr>
          <p:cNvPr id="1026" name="Picture 1" descr="F:\mak-logo-clear.png">
            <a:extLst>
              <a:ext uri="{FF2B5EF4-FFF2-40B4-BE49-F238E27FC236}">
                <a16:creationId xmlns:a16="http://schemas.microsoft.com/office/drawing/2014/main" id="{F1237124-16E3-E244-E341-44CDCF02B3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288" y="1120031"/>
            <a:ext cx="2481550" cy="203701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09A1C36-C8EB-51EA-2024-C9D93456598F}"/>
              </a:ext>
            </a:extLst>
          </p:cNvPr>
          <p:cNvSpPr txBox="1"/>
          <p:nvPr/>
        </p:nvSpPr>
        <p:spPr>
          <a:xfrm>
            <a:off x="3346448" y="3606688"/>
            <a:ext cx="5494083" cy="707886"/>
          </a:xfrm>
          <a:prstGeom prst="rect">
            <a:avLst/>
          </a:prstGeom>
          <a:noFill/>
        </p:spPr>
        <p:txBody>
          <a:bodyPr wrap="square" rtlCol="0">
            <a:spAutoFit/>
          </a:bodyPr>
          <a:lstStyle/>
          <a:p>
            <a:pPr algn="ctr"/>
            <a:r>
              <a:rPr lang="zh-CN" altLang="en-US" sz="2000" i="1" dirty="0">
                <a:solidFill>
                  <a:schemeClr val="bg1">
                    <a:lumMod val="95000"/>
                  </a:schemeClr>
                </a:solidFill>
              </a:rPr>
              <a:t>Understanding data management in the digital age</a:t>
            </a:r>
          </a:p>
          <a:p>
            <a:pPr algn="ctr"/>
            <a:endParaRPr lang="zh-CN" altLang="en-US" sz="2000" i="1" dirty="0">
              <a:solidFill>
                <a:schemeClr val="bg1">
                  <a:lumMod val="95000"/>
                </a:schemeClr>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51179-4D6E-4F33-91B2-63CD233C2191}"/>
              </a:ext>
            </a:extLst>
          </p:cNvPr>
          <p:cNvSpPr>
            <a:spLocks noGrp="1"/>
          </p:cNvSpPr>
          <p:nvPr>
            <p:ph type="title"/>
          </p:nvPr>
        </p:nvSpPr>
        <p:spPr/>
        <p:txBody>
          <a:bodyPr/>
          <a:lstStyle/>
          <a:p>
            <a:r>
              <a:rPr lang="en-US" dirty="0"/>
              <a:t>Contacts (In order of preference)</a:t>
            </a:r>
          </a:p>
        </p:txBody>
      </p:sp>
      <p:sp>
        <p:nvSpPr>
          <p:cNvPr id="3" name="Content Placeholder 2">
            <a:extLst>
              <a:ext uri="{FF2B5EF4-FFF2-40B4-BE49-F238E27FC236}">
                <a16:creationId xmlns:a16="http://schemas.microsoft.com/office/drawing/2014/main" id="{0BD80C74-2707-4F34-8816-222CBF470171}"/>
              </a:ext>
            </a:extLst>
          </p:cNvPr>
          <p:cNvSpPr>
            <a:spLocks noGrp="1"/>
          </p:cNvSpPr>
          <p:nvPr>
            <p:ph idx="1"/>
          </p:nvPr>
        </p:nvSpPr>
        <p:spPr/>
        <p:txBody>
          <a:bodyPr/>
          <a:lstStyle/>
          <a:p>
            <a:r>
              <a:rPr lang="en-US" dirty="0"/>
              <a:t>Dr. Ntanda Moses</a:t>
            </a:r>
          </a:p>
          <a:p>
            <a:r>
              <a:rPr lang="en-US" dirty="0"/>
              <a:t>Email: </a:t>
            </a:r>
            <a:r>
              <a:rPr lang="en-US" dirty="0">
                <a:hlinkClick r:id="rId3"/>
              </a:rPr>
              <a:t>moses.ntanda@mak.ac.ug</a:t>
            </a:r>
            <a:endParaRPr lang="en-US" dirty="0"/>
          </a:p>
          <a:p>
            <a:r>
              <a:rPr lang="en-US" dirty="0"/>
              <a:t>Office: Block A, Level 3, Networks Department, Room 304</a:t>
            </a:r>
          </a:p>
          <a:p>
            <a:r>
              <a:rPr lang="en-US" dirty="0"/>
              <a:t>Mobile: 0752533355</a:t>
            </a:r>
          </a:p>
        </p:txBody>
      </p:sp>
      <p:sp>
        <p:nvSpPr>
          <p:cNvPr id="4" name="Slide Number Placeholder 3">
            <a:extLst>
              <a:ext uri="{FF2B5EF4-FFF2-40B4-BE49-F238E27FC236}">
                <a16:creationId xmlns:a16="http://schemas.microsoft.com/office/drawing/2014/main" id="{4070B39C-C31B-4516-9623-B46DFB5B0B35}"/>
              </a:ext>
            </a:extLst>
          </p:cNvPr>
          <p:cNvSpPr>
            <a:spLocks noGrp="1"/>
          </p:cNvSpPr>
          <p:nvPr>
            <p:ph type="sldNum" sz="quarter" idx="12"/>
          </p:nvPr>
        </p:nvSpPr>
        <p:spPr/>
        <p:txBody>
          <a:bodyPr/>
          <a:lstStyle/>
          <a:p>
            <a:fld id="{0FF54DE5-C571-48E8-A5BC-B369434E2F44}" type="slidenum">
              <a:rPr lang="en-US" smtClean="0"/>
              <a:t>2</a:t>
            </a:fld>
            <a:endParaRPr lang="en-US" dirty="0"/>
          </a:p>
        </p:txBody>
      </p:sp>
    </p:spTree>
    <p:extLst>
      <p:ext uri="{BB962C8B-B14F-4D97-AF65-F5344CB8AC3E}">
        <p14:creationId xmlns:p14="http://schemas.microsoft.com/office/powerpoint/2010/main" val="3408128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Overview and Description</a:t>
            </a:r>
          </a:p>
        </p:txBody>
      </p:sp>
      <p:sp>
        <p:nvSpPr>
          <p:cNvPr id="14" name="Content Placeholder 13"/>
          <p:cNvSpPr>
            <a:spLocks noGrp="1"/>
          </p:cNvSpPr>
          <p:nvPr>
            <p:ph idx="1"/>
          </p:nvPr>
        </p:nvSpPr>
        <p:spPr/>
        <p:txBody>
          <a:bodyPr>
            <a:noAutofit/>
          </a:bodyPr>
          <a:lstStyle/>
          <a:p>
            <a:pPr marL="0" indent="0">
              <a:lnSpc>
                <a:spcPct val="150000"/>
              </a:lnSpc>
              <a:spcBef>
                <a:spcPts val="0"/>
              </a:spcBef>
              <a:buNone/>
            </a:pPr>
            <a:r>
              <a:rPr lang="en-US" sz="2400" dirty="0">
                <a:solidFill>
                  <a:srgbClr val="2C0CEA"/>
                </a:solidFill>
                <a:latin typeface="Palatino Linotype" panose="02040502050505030304" pitchFamily="18" charset="0"/>
              </a:rPr>
              <a:t>Course Objectives</a:t>
            </a:r>
          </a:p>
          <a:p>
            <a:pPr>
              <a:lnSpc>
                <a:spcPct val="150000"/>
              </a:lnSpc>
              <a:spcBef>
                <a:spcPts val="0"/>
              </a:spcBef>
            </a:pPr>
            <a:r>
              <a:rPr lang="en-US" altLang="zh-CN" sz="2400" dirty="0">
                <a:latin typeface="Palatino Linotype" panose="02040502050505030304" pitchFamily="18" charset="0"/>
              </a:rPr>
              <a:t>Provide students with the comprehensive and in-depth knowledge of Cloud Computing concepts, technologies, architecture and applications</a:t>
            </a:r>
            <a:endParaRPr lang="zh-CN" altLang="zh-CN" sz="2400" dirty="0">
              <a:latin typeface="Palatino Linotype" panose="02040502050505030304" pitchFamily="18" charset="0"/>
            </a:endParaRPr>
          </a:p>
          <a:p>
            <a:pPr>
              <a:lnSpc>
                <a:spcPct val="115000"/>
              </a:lnSpc>
              <a:spcAft>
                <a:spcPts val="800"/>
              </a:spcAft>
            </a:pPr>
            <a:r>
              <a:rPr lang="en-US" altLang="zh-CN" sz="2400" dirty="0">
                <a:latin typeface="Palatino Linotype" panose="02040502050505030304" pitchFamily="18" charset="0"/>
              </a:rPr>
              <a:t>Introduce research on state-of-the-art in Cloud Computing fundamental issues, technologies, applications and implementations.</a:t>
            </a:r>
            <a:endParaRPr lang="zh-CN" altLang="zh-CN" sz="2400" dirty="0">
              <a:latin typeface="Palatino Linotype" panose="02040502050505030304" pitchFamily="18" charset="0"/>
            </a:endParaRPr>
          </a:p>
          <a:p>
            <a:pPr>
              <a:lnSpc>
                <a:spcPct val="115000"/>
              </a:lnSpc>
              <a:spcAft>
                <a:spcPts val="800"/>
              </a:spcAft>
            </a:pPr>
            <a:r>
              <a:rPr lang="en-US" altLang="zh-CN" sz="2400" dirty="0">
                <a:latin typeface="Palatino Linotype" panose="02040502050505030304" pitchFamily="18" charset="0"/>
              </a:rPr>
              <a:t>Expose students to big data that comes along with cloud computing and ways to store, manage &amp; </a:t>
            </a:r>
            <a:r>
              <a:rPr lang="en-US" altLang="zh-CN" sz="2400" dirty="0" err="1">
                <a:latin typeface="Palatino Linotype" panose="02040502050505030304" pitchFamily="18" charset="0"/>
              </a:rPr>
              <a:t>analyse</a:t>
            </a:r>
            <a:r>
              <a:rPr lang="en-US" altLang="zh-CN" sz="2400" dirty="0">
                <a:latin typeface="Palatino Linotype" panose="02040502050505030304" pitchFamily="18" charset="0"/>
              </a:rPr>
              <a:t> big datasets for decision-making.</a:t>
            </a:r>
            <a:endParaRPr lang="zh-CN" altLang="zh-CN" sz="2400" dirty="0">
              <a:latin typeface="Palatino Linotype" panose="02040502050505030304" pitchFamily="18" charset="0"/>
            </a:endParaRPr>
          </a:p>
          <a:p>
            <a:pPr marL="0" indent="0">
              <a:lnSpc>
                <a:spcPct val="150000"/>
              </a:lnSpc>
              <a:spcBef>
                <a:spcPts val="0"/>
              </a:spcBef>
              <a:buNone/>
            </a:pPr>
            <a:endParaRPr lang="en-UG" sz="2400" dirty="0">
              <a:latin typeface="Palatino Linotype" panose="02040502050505030304" pitchFamily="18" charset="0"/>
            </a:endParaRPr>
          </a:p>
          <a:p>
            <a:endParaRPr lang="en-US" sz="2400" dirty="0">
              <a:latin typeface="Palatino Linotype" panose="02040502050505030304" pitchFamily="18" charset="0"/>
            </a:endParaRPr>
          </a:p>
          <a:p>
            <a:endParaRPr lang="en-US" sz="2400" dirty="0">
              <a:latin typeface="Palatino Linotype" panose="02040502050505030304" pitchFamily="18" charset="0"/>
            </a:endParaRP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3</a:t>
            </a:fld>
            <a:endParaRPr lang="en-US"/>
          </a:p>
        </p:txBody>
      </p:sp>
    </p:spTree>
    <p:extLst>
      <p:ext uri="{BB962C8B-B14F-4D97-AF65-F5344CB8AC3E}">
        <p14:creationId xmlns:p14="http://schemas.microsoft.com/office/powerpoint/2010/main" val="1654255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Learning Outcomes</a:t>
            </a:r>
          </a:p>
        </p:txBody>
      </p:sp>
      <p:sp>
        <p:nvSpPr>
          <p:cNvPr id="14" name="Content Placeholder 13"/>
          <p:cNvSpPr>
            <a:spLocks noGrp="1"/>
          </p:cNvSpPr>
          <p:nvPr>
            <p:ph idx="1"/>
          </p:nvPr>
        </p:nvSpPr>
        <p:spPr/>
        <p:txBody>
          <a:bodyPr>
            <a:noAutofit/>
          </a:bodyPr>
          <a:lstStyle/>
          <a:p>
            <a:pPr indent="0">
              <a:spcBef>
                <a:spcPts val="0"/>
              </a:spcBef>
              <a:buNone/>
            </a:pP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Upon completion of the course, you should be able to:</a:t>
            </a:r>
            <a:endParaRPr lang="en-UG" sz="2400" kern="100" dirty="0">
              <a:effectLst/>
              <a:latin typeface="Palatino Linotype" panose="02040502050505030304" pitchFamily="18" charset="0"/>
              <a:ea typeface="Calibri" panose="020F0502020204030204" pitchFamily="34" charset="0"/>
              <a:cs typeface="Times New Roman" panose="02020603050405020304" pitchFamily="18" charset="0"/>
            </a:endParaRP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Understand Cloud Computing Fundamentals: </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Articulate the core concepts, technologies, benefits, limitations, and applications of cloud computing.</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Explore Cloud Architectures: </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Identify various cloud models and services, including SaaS, PaaS, IaaS, and deployment types like public, private, and hybrid clouds.</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Evaluate Deployment Options:</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Analyze the trade-offs between using cloud infrastructure and local systems.</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Compare Cloud Platforms</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Assess the pros and cons of different cloud computing platforms.</a:t>
            </a:r>
            <a:endParaRPr lang="en-US" sz="2400" dirty="0">
              <a:latin typeface="Palatino Linotype" panose="02040502050505030304" pitchFamily="18" charset="0"/>
            </a:endParaRPr>
          </a:p>
          <a:p>
            <a:pPr>
              <a:spcBef>
                <a:spcPts val="0"/>
              </a:spcBef>
            </a:pPr>
            <a:endParaRPr lang="en-US" sz="2400" i="1" dirty="0">
              <a:latin typeface="Palatino Linotype" panose="02040502050505030304" pitchFamily="18" charset="0"/>
            </a:endParaRP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4</a:t>
            </a:fld>
            <a:endParaRPr lang="en-US"/>
          </a:p>
        </p:txBody>
      </p:sp>
    </p:spTree>
    <p:extLst>
      <p:ext uri="{BB962C8B-B14F-4D97-AF65-F5344CB8AC3E}">
        <p14:creationId xmlns:p14="http://schemas.microsoft.com/office/powerpoint/2010/main" val="3592237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6F6D-FC97-5B66-B188-FC98D522386F}"/>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50CD918-AAB0-BB39-306A-4832C56ED3B7}"/>
              </a:ext>
            </a:extLst>
          </p:cNvPr>
          <p:cNvSpPr>
            <a:spLocks noGrp="1"/>
          </p:cNvSpPr>
          <p:nvPr>
            <p:ph type="title"/>
          </p:nvPr>
        </p:nvSpPr>
        <p:spPr/>
        <p:txBody>
          <a:bodyPr>
            <a:normAutofit/>
          </a:bodyPr>
          <a:lstStyle/>
          <a:p>
            <a:r>
              <a:rPr lang="en-US" sz="3600" b="1" dirty="0">
                <a:latin typeface="LM Roman 12" panose="00000500000000000000" pitchFamily="50" charset="0"/>
              </a:rPr>
              <a:t>Learning Outcomes</a:t>
            </a:r>
          </a:p>
        </p:txBody>
      </p:sp>
      <p:sp>
        <p:nvSpPr>
          <p:cNvPr id="14" name="Content Placeholder 13">
            <a:extLst>
              <a:ext uri="{FF2B5EF4-FFF2-40B4-BE49-F238E27FC236}">
                <a16:creationId xmlns:a16="http://schemas.microsoft.com/office/drawing/2014/main" id="{80FB99E3-30C1-EBBE-AB32-05B7F0C35856}"/>
              </a:ext>
            </a:extLst>
          </p:cNvPr>
          <p:cNvSpPr>
            <a:spLocks noGrp="1"/>
          </p:cNvSpPr>
          <p:nvPr>
            <p:ph idx="1"/>
          </p:nvPr>
        </p:nvSpPr>
        <p:spPr/>
        <p:txBody>
          <a:bodyPr>
            <a:noAutofit/>
          </a:bodyPr>
          <a:lstStyle/>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Analyze Cloud Performance</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Evaluate the performance, scalability, and availability of cloud technologies and software.</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Conduct Economic Analysis</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Perform cost-benefit analysis of cloud business models.</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Address Cloud Challenges</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Explain key issues such as security, privacy, and interoperability in cloud environments.</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Work with Big Data:</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Demonstrate skills in storing, managing, and analyzing unstructured data and processing big data.</a:t>
            </a:r>
          </a:p>
          <a:p>
            <a:pPr marL="457200">
              <a:spcBef>
                <a:spcPts val="0"/>
              </a:spcBef>
            </a:pPr>
            <a:r>
              <a:rPr lang="en-US" sz="2400" b="1" kern="100" dirty="0">
                <a:effectLst/>
                <a:latin typeface="Palatino Linotype" panose="02040502050505030304" pitchFamily="18" charset="0"/>
                <a:ea typeface="Calibri" panose="020F0502020204030204" pitchFamily="34" charset="0"/>
                <a:cs typeface="Times New Roman" panose="02020603050405020304" pitchFamily="18" charset="0"/>
              </a:rPr>
              <a:t>Assess Societal Impact</a:t>
            </a:r>
            <a:r>
              <a:rPr lang="en-US" sz="2400" kern="100" dirty="0">
                <a:effectLst/>
                <a:latin typeface="Palatino Linotype" panose="02040502050505030304" pitchFamily="18" charset="0"/>
                <a:ea typeface="Calibri" panose="020F0502020204030204" pitchFamily="34" charset="0"/>
                <a:cs typeface="Times New Roman" panose="02020603050405020304" pitchFamily="18" charset="0"/>
              </a:rPr>
              <a:t>: Analyze how big data analytics influence society.</a:t>
            </a:r>
            <a:endParaRPr lang="en-US" sz="2400" dirty="0">
              <a:latin typeface="Palatino Linotype" panose="02040502050505030304" pitchFamily="18" charset="0"/>
            </a:endParaRPr>
          </a:p>
          <a:p>
            <a:pPr>
              <a:spcBef>
                <a:spcPts val="0"/>
              </a:spcBef>
            </a:pPr>
            <a:endParaRPr lang="en-US" sz="2400" i="1" dirty="0">
              <a:latin typeface="Palatino Linotype" panose="02040502050505030304" pitchFamily="18" charset="0"/>
            </a:endParaRPr>
          </a:p>
        </p:txBody>
      </p:sp>
      <p:sp>
        <p:nvSpPr>
          <p:cNvPr id="2" name="Date Placeholder 1">
            <a:extLst>
              <a:ext uri="{FF2B5EF4-FFF2-40B4-BE49-F238E27FC236}">
                <a16:creationId xmlns:a16="http://schemas.microsoft.com/office/drawing/2014/main" id="{3A3C62EE-8CE5-B0EC-1EF3-96DFC4BE1024}"/>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3E1B56E3-EA12-73C1-CA67-6940AD27E842}"/>
              </a:ext>
            </a:extLst>
          </p:cNvPr>
          <p:cNvSpPr>
            <a:spLocks noGrp="1"/>
          </p:cNvSpPr>
          <p:nvPr>
            <p:ph type="sldNum" sz="quarter" idx="12"/>
          </p:nvPr>
        </p:nvSpPr>
        <p:spPr/>
        <p:txBody>
          <a:bodyPr/>
          <a:lstStyle/>
          <a:p>
            <a:fld id="{0FF54DE5-C571-48E8-A5BC-B369434E2F44}" type="slidenum">
              <a:rPr lang="en-US" smtClean="0"/>
              <a:t>5</a:t>
            </a:fld>
            <a:endParaRPr lang="en-US"/>
          </a:p>
        </p:txBody>
      </p:sp>
    </p:spTree>
    <p:extLst>
      <p:ext uri="{BB962C8B-B14F-4D97-AF65-F5344CB8AC3E}">
        <p14:creationId xmlns:p14="http://schemas.microsoft.com/office/powerpoint/2010/main" val="3397828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Mode of Delivery</a:t>
            </a:r>
          </a:p>
        </p:txBody>
      </p:sp>
      <p:sp>
        <p:nvSpPr>
          <p:cNvPr id="14" name="Content Placeholder 13"/>
          <p:cNvSpPr>
            <a:spLocks noGrp="1"/>
          </p:cNvSpPr>
          <p:nvPr>
            <p:ph idx="1"/>
          </p:nvPr>
        </p:nvSpPr>
        <p:spPr/>
        <p:txBody>
          <a:bodyPr>
            <a:normAutofit/>
          </a:bodyPr>
          <a:lstStyle/>
          <a:p>
            <a:r>
              <a:rPr lang="en-US" dirty="0">
                <a:latin typeface="Palatino Linotype" panose="02040502050505030304" pitchFamily="18" charset="0"/>
              </a:rPr>
              <a:t>Lectures, Practical, &amp; Tutorials</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6</a:t>
            </a:fld>
            <a:endParaRPr lang="en-US"/>
          </a:p>
        </p:txBody>
      </p:sp>
    </p:spTree>
    <p:extLst>
      <p:ext uri="{BB962C8B-B14F-4D97-AF65-F5344CB8AC3E}">
        <p14:creationId xmlns:p14="http://schemas.microsoft.com/office/powerpoint/2010/main" val="1165326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dirty="0"/>
              <a:t>indicative Content </a:t>
            </a:r>
            <a:endParaRPr lang="en-US" sz="3600" b="1" dirty="0">
              <a:latin typeface="LM Roman 12" panose="00000500000000000000" pitchFamily="50" charset="0"/>
            </a:endParaRPr>
          </a:p>
        </p:txBody>
      </p:sp>
      <p:sp>
        <p:nvSpPr>
          <p:cNvPr id="14" name="Content Placeholder 13"/>
          <p:cNvSpPr>
            <a:spLocks noGrp="1"/>
          </p:cNvSpPr>
          <p:nvPr>
            <p:ph idx="1"/>
          </p:nvPr>
        </p:nvSpPr>
        <p:spPr/>
        <p:txBody>
          <a:bodyPr>
            <a:normAutofit/>
          </a:bodyPr>
          <a:lstStyle/>
          <a:p>
            <a:r>
              <a:rPr lang="en-US" dirty="0">
                <a:latin typeface="Palatino Linotype" panose="02040502050505030304" pitchFamily="18" charset="0"/>
              </a:rPr>
              <a:t>See course webpage on MUELE</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7</a:t>
            </a:fld>
            <a:endParaRPr lang="en-US"/>
          </a:p>
        </p:txBody>
      </p:sp>
    </p:spTree>
    <p:extLst>
      <p:ext uri="{BB962C8B-B14F-4D97-AF65-F5344CB8AC3E}">
        <p14:creationId xmlns:p14="http://schemas.microsoft.com/office/powerpoint/2010/main" val="585636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Assessment</a:t>
            </a:r>
          </a:p>
        </p:txBody>
      </p:sp>
      <p:sp>
        <p:nvSpPr>
          <p:cNvPr id="14" name="Content Placeholder 13"/>
          <p:cNvSpPr>
            <a:spLocks noGrp="1"/>
          </p:cNvSpPr>
          <p:nvPr>
            <p:ph idx="1"/>
          </p:nvPr>
        </p:nvSpPr>
        <p:spPr/>
        <p:txBody>
          <a:bodyPr>
            <a:normAutofit/>
          </a:bodyPr>
          <a:lstStyle/>
          <a:p>
            <a:r>
              <a:rPr lang="en-US" dirty="0"/>
              <a:t>Coursework and short projects</a:t>
            </a:r>
          </a:p>
          <a:p>
            <a:r>
              <a:rPr lang="en-US" dirty="0"/>
              <a:t>Presentations</a:t>
            </a:r>
          </a:p>
          <a:p>
            <a:r>
              <a:rPr lang="en-US" dirty="0"/>
              <a:t>Assignments</a:t>
            </a:r>
          </a:p>
          <a:p>
            <a:r>
              <a:rPr lang="en-US" dirty="0"/>
              <a:t>Final exam (70%)</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8</a:t>
            </a:fld>
            <a:endParaRPr lang="en-US"/>
          </a:p>
        </p:txBody>
      </p:sp>
    </p:spTree>
    <p:extLst>
      <p:ext uri="{BB962C8B-B14F-4D97-AF65-F5344CB8AC3E}">
        <p14:creationId xmlns:p14="http://schemas.microsoft.com/office/powerpoint/2010/main" val="168762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Reading Materials</a:t>
            </a:r>
          </a:p>
        </p:txBody>
      </p:sp>
      <p:sp>
        <p:nvSpPr>
          <p:cNvPr id="14" name="Content Placeholder 13"/>
          <p:cNvSpPr>
            <a:spLocks noGrp="1"/>
          </p:cNvSpPr>
          <p:nvPr>
            <p:ph idx="1"/>
          </p:nvPr>
        </p:nvSpPr>
        <p:spPr/>
        <p:txBody>
          <a:bodyPr>
            <a:normAutofit fontScale="70000" lnSpcReduction="20000"/>
          </a:bodyPr>
          <a:lstStyle/>
          <a:p>
            <a:r>
              <a:rPr lang="en-US" dirty="0"/>
              <a:t>Cloud Computing: Concepts, Technology &amp; Architecture 2013, By </a:t>
            </a:r>
            <a:r>
              <a:rPr lang="en-US" dirty="0" err="1"/>
              <a:t>Richardo</a:t>
            </a:r>
            <a:r>
              <a:rPr lang="en-US" dirty="0"/>
              <a:t> </a:t>
            </a:r>
            <a:r>
              <a:rPr lang="en-US" dirty="0" err="1"/>
              <a:t>Puttini</a:t>
            </a:r>
            <a:r>
              <a:rPr lang="en-US" dirty="0"/>
              <a:t>, Thomas </a:t>
            </a:r>
            <a:r>
              <a:rPr lang="en-US" dirty="0" err="1"/>
              <a:t>Erl</a:t>
            </a:r>
            <a:r>
              <a:rPr lang="en-US" dirty="0"/>
              <a:t>, and </a:t>
            </a:r>
            <a:r>
              <a:rPr lang="en-US" dirty="0" err="1"/>
              <a:t>Zaigham</a:t>
            </a:r>
            <a:r>
              <a:rPr lang="en-US" dirty="0"/>
              <a:t> Mahmood, 2013</a:t>
            </a:r>
          </a:p>
          <a:p>
            <a:r>
              <a:rPr lang="en-US" dirty="0"/>
              <a:t>Ray </a:t>
            </a:r>
            <a:r>
              <a:rPr lang="en-US" dirty="0" err="1"/>
              <a:t>Rafaels</a:t>
            </a:r>
            <a:r>
              <a:rPr lang="en-US" dirty="0"/>
              <a:t>, 2018, Cloud Computing, 2nd Ed., CreateSpace Independent Publishing Platform, ISBN-10 : 1986726282</a:t>
            </a:r>
          </a:p>
          <a:p>
            <a:r>
              <a:rPr lang="en-US" dirty="0"/>
              <a:t>Kevin L. Jackson and Scott </a:t>
            </a:r>
            <a:r>
              <a:rPr lang="en-US" dirty="0" err="1"/>
              <a:t>Goessling</a:t>
            </a:r>
            <a:r>
              <a:rPr lang="en-US" dirty="0"/>
              <a:t> , 2018, “Architecting Cloud Computing Solutions: Build cloud strategies that align technology and economics while effectively managing risk” </a:t>
            </a:r>
            <a:r>
              <a:rPr lang="en-US" dirty="0" err="1"/>
              <a:t>Packt</a:t>
            </a:r>
            <a:r>
              <a:rPr lang="en-US" dirty="0"/>
              <a:t> Publishing, ISBN-13 : 978-1788472425</a:t>
            </a:r>
          </a:p>
          <a:p>
            <a:r>
              <a:rPr lang="en-US" dirty="0"/>
              <a:t>IoT Fundamentals: Networking Technologies, Protocols, and Use Cases for the Internet of Things: 2017, by David Hanes</a:t>
            </a:r>
          </a:p>
          <a:p>
            <a:r>
              <a:rPr lang="en-US" dirty="0"/>
              <a:t>Other Materials: Several modules will be based on recent conference/journal papers as well as documentation from cloud providers</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9</a:t>
            </a:fld>
            <a:endParaRPr lang="en-US"/>
          </a:p>
        </p:txBody>
      </p:sp>
    </p:spTree>
    <p:extLst>
      <p:ext uri="{BB962C8B-B14F-4D97-AF65-F5344CB8AC3E}">
        <p14:creationId xmlns:p14="http://schemas.microsoft.com/office/powerpoint/2010/main" val="343753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en-US" sz="3600" b="1" dirty="0">
                <a:latin typeface="LM Roman 12" panose="00000500000000000000" pitchFamily="50" charset="0"/>
              </a:rPr>
              <a:t>In This Lecture</a:t>
            </a:r>
          </a:p>
        </p:txBody>
      </p:sp>
      <p:sp>
        <p:nvSpPr>
          <p:cNvPr id="14" name="Content Placeholder 13"/>
          <p:cNvSpPr>
            <a:spLocks noGrp="1"/>
          </p:cNvSpPr>
          <p:nvPr>
            <p:ph idx="1"/>
          </p:nvPr>
        </p:nvSpPr>
        <p:spPr>
          <a:xfrm>
            <a:off x="1104900" y="1626248"/>
            <a:ext cx="9982200" cy="4572000"/>
          </a:xfrm>
        </p:spPr>
        <p:txBody>
          <a:bodyPr>
            <a:normAutofit/>
          </a:bodyPr>
          <a:lstStyle/>
          <a:p>
            <a:pPr lvl="1">
              <a:lnSpc>
                <a:spcPct val="150000"/>
              </a:lnSpc>
            </a:pPr>
            <a:r>
              <a:rPr lang="en-US" dirty="0">
                <a:latin typeface="Palatino Linotype" panose="02040502050505030304" pitchFamily="18" charset="0"/>
              </a:rPr>
              <a:t>Overview of cloud computing: </a:t>
            </a:r>
            <a:r>
              <a:rPr lang="en-US" altLang="zh-CN" dirty="0">
                <a:latin typeface="Palatino Linotype" panose="02040502050505030304" pitchFamily="18" charset="0"/>
              </a:rPr>
              <a:t>History, and Characteristics </a:t>
            </a:r>
            <a:endParaRPr lang="en-US" dirty="0">
              <a:latin typeface="Palatino Linotype" panose="02040502050505030304" pitchFamily="18" charset="0"/>
            </a:endParaRPr>
          </a:p>
          <a:p>
            <a:pPr lvl="1">
              <a:lnSpc>
                <a:spcPct val="150000"/>
              </a:lnSpc>
            </a:pPr>
            <a:r>
              <a:rPr lang="en-US" dirty="0">
                <a:latin typeface="Palatino Linotype" panose="02040502050505030304" pitchFamily="18" charset="0"/>
              </a:rPr>
              <a:t>Service &amp; Deployment models (IaaS, PaaS, SaaS), Infrastructure, and Consumer View</a:t>
            </a:r>
          </a:p>
          <a:p>
            <a:pPr lvl="1">
              <a:lnSpc>
                <a:spcPct val="150000"/>
              </a:lnSpc>
            </a:pPr>
            <a:r>
              <a:rPr lang="en-US" dirty="0">
                <a:latin typeface="Palatino Linotype" panose="02040502050505030304" pitchFamily="18" charset="0"/>
              </a:rPr>
              <a:t>Advantages and challenges of cloud computing</a:t>
            </a:r>
          </a:p>
        </p:txBody>
      </p:sp>
      <p:sp>
        <p:nvSpPr>
          <p:cNvPr id="2" name="Date Placeholder 1">
            <a:extLst>
              <a:ext uri="{FF2B5EF4-FFF2-40B4-BE49-F238E27FC236}">
                <a16:creationId xmlns:a16="http://schemas.microsoft.com/office/drawing/2014/main" id="{3BBDC454-3B5C-4728-9837-BDA08E001946}"/>
              </a:ext>
            </a:extLst>
          </p:cNvPr>
          <p:cNvSpPr>
            <a:spLocks noGrp="1"/>
          </p:cNvSpPr>
          <p:nvPr>
            <p:ph type="dt" sz="half" idx="4294967295"/>
          </p:nvPr>
        </p:nvSpPr>
        <p:spPr>
          <a:xfrm>
            <a:off x="1104900" y="6355975"/>
            <a:ext cx="1829559" cy="365125"/>
          </a:xfrm>
        </p:spPr>
        <p:txBody>
          <a:bodyPr/>
          <a:lstStyle/>
          <a:p>
            <a:r>
              <a:rPr lang="en-US"/>
              <a:t>8:14 PM</a:t>
            </a:r>
          </a:p>
        </p:txBody>
      </p:sp>
      <p:sp>
        <p:nvSpPr>
          <p:cNvPr id="3" name="Slide Number Placeholder 2">
            <a:extLst>
              <a:ext uri="{FF2B5EF4-FFF2-40B4-BE49-F238E27FC236}">
                <a16:creationId xmlns:a16="http://schemas.microsoft.com/office/drawing/2014/main" id="{77E9BBD6-437F-49B4-A592-B33C372FB910}"/>
              </a:ext>
            </a:extLst>
          </p:cNvPr>
          <p:cNvSpPr>
            <a:spLocks noGrp="1"/>
          </p:cNvSpPr>
          <p:nvPr>
            <p:ph type="sldNum" sz="quarter" idx="12"/>
          </p:nvPr>
        </p:nvSpPr>
        <p:spPr/>
        <p:txBody>
          <a:bodyPr/>
          <a:lstStyle/>
          <a:p>
            <a:fld id="{0FF54DE5-C571-48E8-A5BC-B369434E2F44}" type="slidenum">
              <a:rPr lang="en-US" smtClean="0"/>
              <a:t>10</a:t>
            </a:fld>
            <a:endParaRPr lang="en-US"/>
          </a:p>
        </p:txBody>
      </p:sp>
    </p:spTree>
    <p:extLst>
      <p:ext uri="{BB962C8B-B14F-4D97-AF65-F5344CB8AC3E}">
        <p14:creationId xmlns:p14="http://schemas.microsoft.com/office/powerpoint/2010/main" val="1086027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4CC74-5836-E8D8-D43F-335F278F3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86256-E20B-5578-819C-CE0476DAB87A}"/>
              </a:ext>
            </a:extLst>
          </p:cNvPr>
          <p:cNvSpPr>
            <a:spLocks noGrp="1"/>
          </p:cNvSpPr>
          <p:nvPr>
            <p:ph type="title"/>
          </p:nvPr>
        </p:nvSpPr>
        <p:spPr/>
        <p:txBody>
          <a:bodyPr/>
          <a:lstStyle/>
          <a:p>
            <a:pPr marL="0" indent="0">
              <a:buNone/>
            </a:pPr>
            <a:r>
              <a:rPr lang="en-US" altLang="zh-CN" sz="2800">
                <a:latin typeface="Palatino Linotype" panose="02040502050505030304" pitchFamily="18" charset="0"/>
              </a:rPr>
              <a:t>Overview of cloud computing</a:t>
            </a:r>
            <a:endParaRPr lang="en-US" altLang="zh-CN" dirty="0"/>
          </a:p>
        </p:txBody>
      </p:sp>
      <p:sp>
        <p:nvSpPr>
          <p:cNvPr id="3" name="Content Placeholder 2">
            <a:extLst>
              <a:ext uri="{FF2B5EF4-FFF2-40B4-BE49-F238E27FC236}">
                <a16:creationId xmlns:a16="http://schemas.microsoft.com/office/drawing/2014/main" id="{3E8F094A-C205-65BC-0455-B8A0F9DACC34}"/>
              </a:ext>
            </a:extLst>
          </p:cNvPr>
          <p:cNvSpPr>
            <a:spLocks noGrp="1"/>
          </p:cNvSpPr>
          <p:nvPr>
            <p:ph sz="half" idx="1"/>
          </p:nvPr>
        </p:nvSpPr>
        <p:spPr/>
        <p:txBody>
          <a:bodyPr anchor="ctr">
            <a:normAutofit/>
          </a:bodyPr>
          <a:lstStyle/>
          <a:p>
            <a:pPr marL="0" indent="0" algn="ctr">
              <a:buNone/>
            </a:pPr>
            <a:r>
              <a:rPr lang="en-US" altLang="zh-CN" sz="5400">
                <a:latin typeface="Palatino Linotype" panose="02040502050505030304" pitchFamily="18" charset="0"/>
              </a:rPr>
              <a:t>Overview</a:t>
            </a:r>
            <a:endParaRPr lang="en-US" altLang="zh-CN" sz="4800" dirty="0"/>
          </a:p>
        </p:txBody>
      </p:sp>
      <p:sp>
        <p:nvSpPr>
          <p:cNvPr id="4" name="Content Placeholder 3">
            <a:extLst>
              <a:ext uri="{FF2B5EF4-FFF2-40B4-BE49-F238E27FC236}">
                <a16:creationId xmlns:a16="http://schemas.microsoft.com/office/drawing/2014/main" id="{B531745F-7244-DFAF-0472-63E024D28BCE}"/>
              </a:ext>
            </a:extLst>
          </p:cNvPr>
          <p:cNvSpPr>
            <a:spLocks noGrp="1"/>
          </p:cNvSpPr>
          <p:nvPr>
            <p:ph sz="half" idx="2"/>
          </p:nvPr>
        </p:nvSpPr>
        <p:spPr>
          <a:xfrm>
            <a:off x="6188419" y="2016690"/>
            <a:ext cx="5535945" cy="4359057"/>
          </a:xfrm>
          <a:solidFill>
            <a:srgbClr val="4590B8"/>
          </a:solidFill>
        </p:spPr>
        <p:txBody>
          <a:bodyPr anchor="ctr"/>
          <a:lstStyle/>
          <a:p>
            <a:pPr>
              <a:buClr>
                <a:schemeClr val="bg1"/>
              </a:buClr>
              <a:buFont typeface="Wingdings" panose="05000000000000000000" pitchFamily="2" charset="2"/>
              <a:buChar char="l"/>
            </a:pPr>
            <a:r>
              <a:rPr lang="en-US" altLang="zh-CN" dirty="0">
                <a:solidFill>
                  <a:schemeClr val="bg1"/>
                </a:solidFill>
              </a:rPr>
              <a:t> What is cloud computing?</a:t>
            </a:r>
          </a:p>
          <a:p>
            <a:pPr>
              <a:buClr>
                <a:schemeClr val="bg1"/>
              </a:buClr>
              <a:buFont typeface="Wingdings" panose="05000000000000000000" pitchFamily="2" charset="2"/>
              <a:buChar char="l"/>
            </a:pPr>
            <a:r>
              <a:rPr lang="en-US" altLang="zh-CN" dirty="0">
                <a:solidFill>
                  <a:schemeClr val="bg1"/>
                </a:solidFill>
              </a:rPr>
              <a:t> Types of cloud computing</a:t>
            </a:r>
          </a:p>
          <a:p>
            <a:pPr>
              <a:buClr>
                <a:schemeClr val="bg1"/>
              </a:buClr>
              <a:buFont typeface="Wingdings" panose="05000000000000000000" pitchFamily="2" charset="2"/>
              <a:buChar char="l"/>
            </a:pPr>
            <a:r>
              <a:rPr lang="en-US" altLang="zh-CN" dirty="0">
                <a:solidFill>
                  <a:schemeClr val="bg1"/>
                </a:solidFill>
              </a:rPr>
              <a:t> Service Deployment Models</a:t>
            </a:r>
          </a:p>
          <a:p>
            <a:pPr>
              <a:buClr>
                <a:schemeClr val="bg1"/>
              </a:buClr>
              <a:buFont typeface="Wingdings" panose="05000000000000000000" pitchFamily="2" charset="2"/>
              <a:buChar char="l"/>
            </a:pPr>
            <a:endParaRPr lang="en-US" altLang="zh-CN" dirty="0">
              <a:solidFill>
                <a:schemeClr val="bg1"/>
              </a:solidFill>
            </a:endParaRPr>
          </a:p>
          <a:p>
            <a:pPr>
              <a:buClr>
                <a:schemeClr val="bg1"/>
              </a:buClr>
              <a:buFont typeface="Wingdings" panose="05000000000000000000" pitchFamily="2" charset="2"/>
              <a:buChar char="l"/>
            </a:pPr>
            <a:endParaRPr lang="en-US" altLang="zh-CN" dirty="0">
              <a:solidFill>
                <a:schemeClr val="bg1"/>
              </a:solidFill>
            </a:endParaRPr>
          </a:p>
          <a:p>
            <a:pPr>
              <a:buFont typeface="Wingdings" panose="05000000000000000000" pitchFamily="2" charset="2"/>
              <a:buChar char="p"/>
            </a:pPr>
            <a:endParaRPr lang="zh-CN" altLang="en-US" dirty="0">
              <a:solidFill>
                <a:schemeClr val="bg1"/>
              </a:solidFill>
            </a:endParaRPr>
          </a:p>
        </p:txBody>
      </p:sp>
    </p:spTree>
    <p:extLst>
      <p:ext uri="{BB962C8B-B14F-4D97-AF65-F5344CB8AC3E}">
        <p14:creationId xmlns:p14="http://schemas.microsoft.com/office/powerpoint/2010/main" val="528173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090D-B405-FD27-ACCF-99D31C372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249A5-D2EA-5203-D9AF-9DF494E17028}"/>
              </a:ext>
            </a:extLst>
          </p:cNvPr>
          <p:cNvSpPr>
            <a:spLocks noGrp="1"/>
          </p:cNvSpPr>
          <p:nvPr>
            <p:ph type="title"/>
          </p:nvPr>
        </p:nvSpPr>
        <p:spPr>
          <a:xfrm>
            <a:off x="581193" y="729658"/>
            <a:ext cx="11029616" cy="988332"/>
          </a:xfrm>
        </p:spPr>
        <p:txBody>
          <a:bodyPr anchor="b">
            <a:normAutofit/>
          </a:bodyPr>
          <a:lstStyle/>
          <a:p>
            <a:pPr marL="0" indent="0">
              <a:buNone/>
            </a:pPr>
            <a:r>
              <a:rPr lang="en-US" altLang="zh-CN" dirty="0"/>
              <a:t>What is cloud computing</a:t>
            </a:r>
          </a:p>
        </p:txBody>
      </p:sp>
      <p:pic>
        <p:nvPicPr>
          <p:cNvPr id="16" name="Picture 15" descr="Cloud shaped hard drive with cables">
            <a:extLst>
              <a:ext uri="{FF2B5EF4-FFF2-40B4-BE49-F238E27FC236}">
                <a16:creationId xmlns:a16="http://schemas.microsoft.com/office/drawing/2014/main" id="{A47086D2-168A-B9A0-3DCD-619EFDE36A9F}"/>
              </a:ext>
            </a:extLst>
          </p:cNvPr>
          <p:cNvPicPr>
            <a:picLocks noChangeAspect="1"/>
          </p:cNvPicPr>
          <p:nvPr/>
        </p:nvPicPr>
        <p:blipFill rotWithShape="1">
          <a:blip r:embed="rId3"/>
          <a:srcRect r="6864" b="1"/>
          <a:stretch/>
        </p:blipFill>
        <p:spPr>
          <a:xfrm>
            <a:off x="473617" y="2228003"/>
            <a:ext cx="4735946" cy="3560401"/>
          </a:xfrm>
          <a:prstGeom prst="rect">
            <a:avLst/>
          </a:prstGeom>
          <a:noFill/>
        </p:spPr>
      </p:pic>
      <p:sp>
        <p:nvSpPr>
          <p:cNvPr id="3" name="Content Placeholder 2">
            <a:extLst>
              <a:ext uri="{FF2B5EF4-FFF2-40B4-BE49-F238E27FC236}">
                <a16:creationId xmlns:a16="http://schemas.microsoft.com/office/drawing/2014/main" id="{CCF68D4D-39F4-3198-2FDB-05FEA8F293C4}"/>
              </a:ext>
            </a:extLst>
          </p:cNvPr>
          <p:cNvSpPr>
            <a:spLocks noGrp="1"/>
          </p:cNvSpPr>
          <p:nvPr>
            <p:ph sz="half" idx="2"/>
          </p:nvPr>
        </p:nvSpPr>
        <p:spPr>
          <a:xfrm>
            <a:off x="5368954" y="2228003"/>
            <a:ext cx="6349429" cy="4130852"/>
          </a:xfrm>
        </p:spPr>
        <p:txBody>
          <a:bodyPr anchor="t">
            <a:normAutofit fontScale="92500" lnSpcReduction="10000"/>
          </a:bodyPr>
          <a:lstStyle/>
          <a:p>
            <a:pPr lvl="1"/>
            <a:r>
              <a:rPr lang="en-US" altLang="zh-CN" dirty="0">
                <a:latin typeface="Palatino Linotype" panose="02040502050505030304" pitchFamily="18" charset="0"/>
              </a:rPr>
              <a:t>Cloud computing is the delivery of computing services via the internet, enabling flexible resource access.</a:t>
            </a:r>
          </a:p>
          <a:p>
            <a:pPr lvl="1"/>
            <a:r>
              <a:rPr lang="en-US" altLang="zh-CN" dirty="0">
                <a:latin typeface="Palatino Linotype" panose="02040502050505030304" pitchFamily="18" charset="0"/>
              </a:rPr>
              <a:t>Users can access technology resources on-demand, eliminating the need for physical hardware management.</a:t>
            </a:r>
          </a:p>
          <a:p>
            <a:pPr lvl="1"/>
            <a:r>
              <a:rPr lang="en-US" altLang="zh-CN" dirty="0">
                <a:latin typeface="Palatino Linotype" panose="02040502050505030304" pitchFamily="18" charset="0"/>
              </a:rPr>
              <a:t>Cloud computing includes various services such as storage, processing power, and software applications.</a:t>
            </a:r>
            <a:endParaRPr lang="zh-CN" altLang="en-US" dirty="0">
              <a:latin typeface="Palatino Linotype" panose="02040502050505030304" pitchFamily="18" charset="0"/>
            </a:endParaRPr>
          </a:p>
          <a:p>
            <a:pPr marL="0" indent="0">
              <a:buNone/>
            </a:pPr>
            <a:endParaRPr lang="en-US" altLang="zh-CN" sz="1600" dirty="0"/>
          </a:p>
        </p:txBody>
      </p:sp>
    </p:spTree>
    <p:extLst>
      <p:ext uri="{BB962C8B-B14F-4D97-AF65-F5344CB8AC3E}">
        <p14:creationId xmlns:p14="http://schemas.microsoft.com/office/powerpoint/2010/main" val="204813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loud Computing">
            <a:extLst>
              <a:ext uri="{FF2B5EF4-FFF2-40B4-BE49-F238E27FC236}">
                <a16:creationId xmlns:a16="http://schemas.microsoft.com/office/drawing/2014/main" id="{82ADC034-904F-407D-9FD7-C7E355CB72DD}"/>
              </a:ext>
            </a:extLst>
          </p:cNvPr>
          <p:cNvPicPr>
            <a:picLocks noGrp="1" noChangeAspect="1"/>
          </p:cNvPicPr>
          <p:nvPr>
            <p:ph sz="half" idx="1"/>
          </p:nvPr>
        </p:nvPicPr>
        <p:blipFill>
          <a:blip r:embed="rId3"/>
          <a:srcRect l="28785" r="27825" b="1"/>
          <a:stretch/>
        </p:blipFill>
        <p:spPr>
          <a:xfrm>
            <a:off x="520915" y="1971131"/>
            <a:ext cx="2823245" cy="3903889"/>
          </a:xfrm>
          <a:prstGeom prst="rect">
            <a:avLst/>
          </a:prstGeom>
        </p:spPr>
      </p:pic>
      <p:sp>
        <p:nvSpPr>
          <p:cNvPr id="2" name="Title 1">
            <a:extLst>
              <a:ext uri="{FF2B5EF4-FFF2-40B4-BE49-F238E27FC236}">
                <a16:creationId xmlns:a16="http://schemas.microsoft.com/office/drawing/2014/main" id="{7F22DA1F-A5DF-321B-DE22-4642CA18DCBE}"/>
              </a:ext>
            </a:extLst>
          </p:cNvPr>
          <p:cNvSpPr>
            <a:spLocks noGrp="1"/>
          </p:cNvSpPr>
          <p:nvPr>
            <p:ph type="title"/>
          </p:nvPr>
        </p:nvSpPr>
        <p:spPr>
          <a:xfrm>
            <a:off x="468630" y="931001"/>
            <a:ext cx="10333762" cy="726349"/>
          </a:xfrm>
        </p:spPr>
        <p:txBody>
          <a:bodyPr vert="horz" lIns="91440" tIns="45720" rIns="91440" bIns="45720" rtlCol="0" anchor="t">
            <a:normAutofit/>
          </a:bodyPr>
          <a:lstStyle/>
          <a:p>
            <a:r>
              <a:rPr lang="en-US" altLang="zh-CN" dirty="0"/>
              <a:t>Historical Evolution of Cloud Computing</a:t>
            </a:r>
          </a:p>
        </p:txBody>
      </p:sp>
      <p:sp>
        <p:nvSpPr>
          <p:cNvPr id="4" name="Content Placeholder 3">
            <a:extLst>
              <a:ext uri="{FF2B5EF4-FFF2-40B4-BE49-F238E27FC236}">
                <a16:creationId xmlns:a16="http://schemas.microsoft.com/office/drawing/2014/main" id="{FE6DFE35-813D-2F70-468C-DF0C2459C1C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510745" y="1971131"/>
            <a:ext cx="8160340" cy="4601119"/>
          </a:xfrm>
        </p:spPr>
        <p:txBody>
          <a:bodyPr>
            <a:noAutofit/>
          </a:bodyPr>
          <a:lstStyle/>
          <a:p>
            <a:pPr marL="0" indent="0">
              <a:spcBef>
                <a:spcPts val="2500"/>
              </a:spcBef>
              <a:spcAft>
                <a:spcPts val="0"/>
              </a:spcAft>
              <a:buNone/>
            </a:pPr>
            <a:r>
              <a:rPr lang="en-US" altLang="zh-CN" sz="2400" b="1" dirty="0"/>
              <a:t>Early Mainframe Computing</a:t>
            </a:r>
          </a:p>
          <a:p>
            <a:pPr marL="0" lvl="1" indent="0">
              <a:spcAft>
                <a:spcPts val="0"/>
              </a:spcAft>
              <a:buNone/>
            </a:pPr>
            <a:r>
              <a:rPr lang="en-US" altLang="zh-CN" sz="2400" dirty="0"/>
              <a:t>The journey began with mainframe computing in the 1960s, laying the groundwork for future innovations.</a:t>
            </a:r>
          </a:p>
          <a:p>
            <a:pPr marL="0" indent="0">
              <a:spcBef>
                <a:spcPts val="2500"/>
              </a:spcBef>
              <a:spcAft>
                <a:spcPts val="0"/>
              </a:spcAft>
              <a:buNone/>
            </a:pPr>
            <a:r>
              <a:rPr lang="en-US" altLang="zh-CN" sz="2400" b="1" dirty="0"/>
              <a:t>Concept of  Virtualization</a:t>
            </a:r>
          </a:p>
          <a:p>
            <a:pPr marL="0" lvl="1" indent="0">
              <a:spcAft>
                <a:spcPts val="0"/>
              </a:spcAft>
              <a:buNone/>
            </a:pPr>
            <a:r>
              <a:rPr lang="en-US" altLang="zh-CN" sz="2400" dirty="0"/>
              <a:t>In the 1960s, the concept of virtualization emerged, allowing multiple workloads on a single system, paving the way for cloud technology.</a:t>
            </a:r>
          </a:p>
          <a:p>
            <a:pPr marL="0" indent="0">
              <a:spcBef>
                <a:spcPts val="2500"/>
              </a:spcBef>
              <a:spcAft>
                <a:spcPts val="0"/>
              </a:spcAft>
              <a:buNone/>
            </a:pPr>
            <a:r>
              <a:rPr lang="en-US" altLang="zh-CN" sz="2400" b="1" dirty="0"/>
              <a:t>Modern Cloud Implementations</a:t>
            </a:r>
          </a:p>
          <a:p>
            <a:pPr marL="0" lvl="1" indent="0">
              <a:spcAft>
                <a:spcPts val="0"/>
              </a:spcAft>
              <a:buNone/>
            </a:pPr>
            <a:r>
              <a:rPr lang="en-US" altLang="zh-CN" sz="2400" dirty="0"/>
              <a:t>The early 2000s marked the beginning of modern cloud computing, enabling diverse services like IaaS, PaaS, and SaaS.</a:t>
            </a:r>
            <a:endParaRPr lang="zh-CN" altLang="en-US" sz="2400" dirty="0"/>
          </a:p>
        </p:txBody>
      </p:sp>
    </p:spTree>
    <p:extLst>
      <p:ext uri="{BB962C8B-B14F-4D97-AF65-F5344CB8AC3E}">
        <p14:creationId xmlns:p14="http://schemas.microsoft.com/office/powerpoint/2010/main" val="24808222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3FFF4-E7F9-2795-A33F-CDC3D8F01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7AC10-8CD0-B2AF-821D-077EEA97A57B}"/>
              </a:ext>
            </a:extLst>
          </p:cNvPr>
          <p:cNvSpPr>
            <a:spLocks noGrp="1"/>
          </p:cNvSpPr>
          <p:nvPr>
            <p:ph type="title"/>
          </p:nvPr>
        </p:nvSpPr>
        <p:spPr>
          <a:xfrm>
            <a:off x="581193" y="729658"/>
            <a:ext cx="11029616" cy="988332"/>
          </a:xfrm>
        </p:spPr>
        <p:txBody>
          <a:bodyPr anchor="b">
            <a:normAutofit/>
          </a:bodyPr>
          <a:lstStyle/>
          <a:p>
            <a:pPr marL="0" indent="0">
              <a:buNone/>
            </a:pPr>
            <a:r>
              <a:rPr lang="en-US" altLang="zh-CN" dirty="0"/>
              <a:t>Types of cloud computing</a:t>
            </a:r>
          </a:p>
        </p:txBody>
      </p:sp>
      <p:pic>
        <p:nvPicPr>
          <p:cNvPr id="1026" name="Picture 2" descr="Introduction to Cloud Computing"/>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581191" y="2228003"/>
            <a:ext cx="3769797" cy="2780225"/>
          </a:xfrm>
          <a:prstGeom prst="rect">
            <a:avLst/>
          </a:prstGeom>
          <a:solidFill>
            <a:srgbClr val="FFFFFF"/>
          </a:solidFill>
        </p:spPr>
      </p:pic>
      <p:sp>
        <p:nvSpPr>
          <p:cNvPr id="3" name="Content Placeholder 2">
            <a:extLst>
              <a:ext uri="{FF2B5EF4-FFF2-40B4-BE49-F238E27FC236}">
                <a16:creationId xmlns:a16="http://schemas.microsoft.com/office/drawing/2014/main" id="{F6AB8DCE-CE86-E020-A71A-E4BE2FEF2129}"/>
              </a:ext>
            </a:extLst>
          </p:cNvPr>
          <p:cNvSpPr>
            <a:spLocks noGrp="1"/>
          </p:cNvSpPr>
          <p:nvPr>
            <p:ph sz="half" idx="2"/>
          </p:nvPr>
        </p:nvSpPr>
        <p:spPr>
          <a:xfrm>
            <a:off x="4488110" y="2228003"/>
            <a:ext cx="7122699" cy="4055351"/>
          </a:xfrm>
        </p:spPr>
        <p:txBody>
          <a:bodyPr anchor="t">
            <a:normAutofit lnSpcReduction="10000"/>
          </a:bodyPr>
          <a:lstStyle/>
          <a:p>
            <a:pPr lvl="1">
              <a:lnSpc>
                <a:spcPct val="90000"/>
              </a:lnSpc>
            </a:pPr>
            <a:r>
              <a:rPr lang="en-US" altLang="zh-CN" sz="2200" dirty="0"/>
              <a:t>Public Cloud: Services are offered over the public internet and are available to anyone who wants to use them. </a:t>
            </a:r>
          </a:p>
          <a:p>
            <a:pPr lvl="2">
              <a:lnSpc>
                <a:spcPct val="90000"/>
              </a:lnSpc>
            </a:pPr>
            <a:r>
              <a:rPr lang="en-US" altLang="zh-CN" sz="1800" dirty="0"/>
              <a:t>Examples: AWS (Amazon Web Services), Microsoft Azure, Google Cloud Platform.</a:t>
            </a:r>
          </a:p>
          <a:p>
            <a:pPr lvl="1">
              <a:lnSpc>
                <a:spcPct val="90000"/>
              </a:lnSpc>
            </a:pPr>
            <a:r>
              <a:rPr lang="en-US" altLang="zh-CN" sz="2200" dirty="0"/>
              <a:t>Private Cloud:  Cloud infrastructure is used exclusively by a single organization, providing more control and customization</a:t>
            </a:r>
          </a:p>
          <a:p>
            <a:pPr lvl="2">
              <a:lnSpc>
                <a:spcPct val="90000"/>
              </a:lnSpc>
            </a:pPr>
            <a:r>
              <a:rPr lang="en-US" altLang="zh-CN" sz="1800" dirty="0"/>
              <a:t>Examples:  Mak Webmail, ACMIS, Several Banks </a:t>
            </a:r>
            <a:r>
              <a:rPr lang="en-US" altLang="zh-CN" sz="1800" dirty="0" err="1"/>
              <a:t>etc</a:t>
            </a:r>
            <a:endParaRPr lang="en-US" altLang="zh-CN" sz="1800" dirty="0"/>
          </a:p>
          <a:p>
            <a:pPr lvl="1">
              <a:lnSpc>
                <a:spcPct val="90000"/>
              </a:lnSpc>
            </a:pPr>
            <a:r>
              <a:rPr lang="en-US" altLang="zh-CN" sz="2200" dirty="0"/>
              <a:t>Hybrid Cloud:  Combination of public and private clouds, allowing data and applications to be shared between them.  </a:t>
            </a:r>
          </a:p>
          <a:p>
            <a:pPr lvl="2">
              <a:lnSpc>
                <a:spcPct val="90000"/>
              </a:lnSpc>
            </a:pPr>
            <a:endParaRPr lang="en-US" altLang="zh-CN" sz="1800" dirty="0"/>
          </a:p>
          <a:p>
            <a:pPr marL="0" indent="0">
              <a:lnSpc>
                <a:spcPct val="90000"/>
              </a:lnSpc>
              <a:buNone/>
            </a:pPr>
            <a:endParaRPr lang="en-US" altLang="zh-CN" sz="2200" dirty="0"/>
          </a:p>
        </p:txBody>
      </p:sp>
    </p:spTree>
    <p:extLst>
      <p:ext uri="{BB962C8B-B14F-4D97-AF65-F5344CB8AC3E}">
        <p14:creationId xmlns:p14="http://schemas.microsoft.com/office/powerpoint/2010/main" val="209788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43A2-7E1B-AC51-5744-9924A7F62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C573D-A934-8C74-5F53-37774403B45F}"/>
              </a:ext>
            </a:extLst>
          </p:cNvPr>
          <p:cNvSpPr>
            <a:spLocks noGrp="1"/>
          </p:cNvSpPr>
          <p:nvPr>
            <p:ph type="title"/>
          </p:nvPr>
        </p:nvSpPr>
        <p:spPr>
          <a:xfrm>
            <a:off x="581192" y="697026"/>
            <a:ext cx="11029616" cy="657721"/>
          </a:xfrm>
        </p:spPr>
        <p:txBody>
          <a:bodyPr anchor="b">
            <a:normAutofit/>
          </a:bodyPr>
          <a:lstStyle/>
          <a:p>
            <a:pPr marL="0" indent="0">
              <a:buNone/>
            </a:pPr>
            <a:r>
              <a:rPr lang="en-US" altLang="zh-CN" b="1"/>
              <a:t>Structural Layers of Cloud Computing</a:t>
            </a:r>
            <a:endParaRPr lang="en-US" altLang="zh-CN" dirty="0"/>
          </a:p>
        </p:txBody>
      </p:sp>
      <p:pic>
        <p:nvPicPr>
          <p:cNvPr id="8" name="Picture 7">
            <a:extLst>
              <a:ext uri="{FF2B5EF4-FFF2-40B4-BE49-F238E27FC236}">
                <a16:creationId xmlns:a16="http://schemas.microsoft.com/office/drawing/2014/main" id="{DA1AA93B-F447-8805-24E5-083EBB954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050" y="1488782"/>
            <a:ext cx="7716544" cy="4379139"/>
          </a:xfrm>
          <a:prstGeom prst="rect">
            <a:avLst/>
          </a:prstGeom>
          <a:noFill/>
        </p:spPr>
      </p:pic>
      <p:sp>
        <p:nvSpPr>
          <p:cNvPr id="10" name="TextBox 9">
            <a:extLst>
              <a:ext uri="{FF2B5EF4-FFF2-40B4-BE49-F238E27FC236}">
                <a16:creationId xmlns:a16="http://schemas.microsoft.com/office/drawing/2014/main" id="{C0FAA3BB-3CAD-5D18-C211-B60B3C7C9B82}"/>
              </a:ext>
            </a:extLst>
          </p:cNvPr>
          <p:cNvSpPr txBox="1"/>
          <p:nvPr/>
        </p:nvSpPr>
        <p:spPr>
          <a:xfrm>
            <a:off x="8238434" y="1488782"/>
            <a:ext cx="3372374" cy="4678204"/>
          </a:xfrm>
          <a:prstGeom prst="rect">
            <a:avLst/>
          </a:prstGeom>
          <a:noFill/>
        </p:spPr>
        <p:txBody>
          <a:bodyPr wrap="square" rtlCol="0">
            <a:spAutoFit/>
          </a:bodyPr>
          <a:lstStyle/>
          <a:p>
            <a:pPr marL="0" indent="0">
              <a:buNone/>
            </a:pPr>
            <a:r>
              <a:rPr lang="en-US" altLang="zh-CN" sz="2400" b="1" dirty="0"/>
              <a:t>Application Layer: </a:t>
            </a:r>
            <a:r>
              <a:rPr lang="en-US" altLang="zh-CN" sz="2400" dirty="0"/>
              <a:t>Consists of the actual software applications that end-users interact with.</a:t>
            </a:r>
          </a:p>
          <a:p>
            <a:pPr marL="0" indent="0">
              <a:spcBef>
                <a:spcPts val="1200"/>
              </a:spcBef>
              <a:buNone/>
            </a:pPr>
            <a:r>
              <a:rPr lang="en-US" altLang="zh-CN" sz="2400" b="1" dirty="0"/>
              <a:t>Platform Layer: </a:t>
            </a:r>
            <a:r>
              <a:rPr lang="en-US" altLang="zh-CN" sz="2400" dirty="0"/>
              <a:t>Includes the tools, frameworks, and services that developers use to build and deploy applications.</a:t>
            </a:r>
          </a:p>
          <a:p>
            <a:pPr marL="0" indent="0">
              <a:buNone/>
            </a:pPr>
            <a:endParaRPr lang="en-US" altLang="zh-CN" sz="2400" dirty="0"/>
          </a:p>
          <a:p>
            <a:endParaRPr lang="zh-CN" altLang="en-US" sz="2400" dirty="0"/>
          </a:p>
        </p:txBody>
      </p:sp>
    </p:spTree>
    <p:extLst>
      <p:ext uri="{BB962C8B-B14F-4D97-AF65-F5344CB8AC3E}">
        <p14:creationId xmlns:p14="http://schemas.microsoft.com/office/powerpoint/2010/main" val="3496846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201E3-7B72-E307-867C-5E108AA8B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A5262-018C-5AD3-CAC7-B0B1E3A4C307}"/>
              </a:ext>
            </a:extLst>
          </p:cNvPr>
          <p:cNvSpPr>
            <a:spLocks noGrp="1"/>
          </p:cNvSpPr>
          <p:nvPr>
            <p:ph type="title"/>
          </p:nvPr>
        </p:nvSpPr>
        <p:spPr>
          <a:xfrm>
            <a:off x="581192" y="697026"/>
            <a:ext cx="11029616" cy="657721"/>
          </a:xfrm>
        </p:spPr>
        <p:txBody>
          <a:bodyPr anchor="b">
            <a:normAutofit/>
          </a:bodyPr>
          <a:lstStyle/>
          <a:p>
            <a:pPr marL="0" indent="0">
              <a:buNone/>
            </a:pPr>
            <a:r>
              <a:rPr lang="en-US" altLang="zh-CN" b="1"/>
              <a:t>Structural Layers of Cloud Computing</a:t>
            </a:r>
            <a:endParaRPr lang="en-US" altLang="zh-CN" dirty="0"/>
          </a:p>
        </p:txBody>
      </p:sp>
      <p:pic>
        <p:nvPicPr>
          <p:cNvPr id="8" name="Picture 7">
            <a:extLst>
              <a:ext uri="{FF2B5EF4-FFF2-40B4-BE49-F238E27FC236}">
                <a16:creationId xmlns:a16="http://schemas.microsoft.com/office/drawing/2014/main" id="{FD52D3B0-9CB0-C86A-E418-02017E2B11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050" y="1488782"/>
            <a:ext cx="7716544" cy="4379139"/>
          </a:xfrm>
          <a:prstGeom prst="rect">
            <a:avLst/>
          </a:prstGeom>
          <a:noFill/>
        </p:spPr>
      </p:pic>
      <p:sp>
        <p:nvSpPr>
          <p:cNvPr id="10" name="TextBox 9">
            <a:extLst>
              <a:ext uri="{FF2B5EF4-FFF2-40B4-BE49-F238E27FC236}">
                <a16:creationId xmlns:a16="http://schemas.microsoft.com/office/drawing/2014/main" id="{62C99D74-DBEA-6FB7-D512-B4AB4C6481B2}"/>
              </a:ext>
            </a:extLst>
          </p:cNvPr>
          <p:cNvSpPr txBox="1"/>
          <p:nvPr/>
        </p:nvSpPr>
        <p:spPr>
          <a:xfrm>
            <a:off x="8238434" y="1488782"/>
            <a:ext cx="3372374" cy="3939540"/>
          </a:xfrm>
          <a:prstGeom prst="rect">
            <a:avLst/>
          </a:prstGeom>
          <a:noFill/>
        </p:spPr>
        <p:txBody>
          <a:bodyPr wrap="square" rtlCol="0">
            <a:spAutoFit/>
          </a:bodyPr>
          <a:lstStyle/>
          <a:p>
            <a:r>
              <a:rPr lang="en-US" altLang="zh-CN" sz="2400" b="1" dirty="0"/>
              <a:t>Infrastructure Layer: </a:t>
            </a:r>
            <a:r>
              <a:rPr lang="en-US" altLang="zh-CN" sz="2400" dirty="0"/>
              <a:t>Involves the software and services responsible for managing and orchestrating the hardware resources. </a:t>
            </a:r>
          </a:p>
          <a:p>
            <a:pPr>
              <a:spcBef>
                <a:spcPts val="1200"/>
              </a:spcBef>
            </a:pPr>
            <a:r>
              <a:rPr lang="en-US" altLang="zh-CN" sz="2400" b="1" dirty="0"/>
              <a:t>Hardware Layer:</a:t>
            </a:r>
          </a:p>
          <a:p>
            <a:r>
              <a:rPr lang="en-US" altLang="zh-CN" sz="2400" dirty="0"/>
              <a:t>Consists of hardware.</a:t>
            </a:r>
          </a:p>
          <a:p>
            <a:r>
              <a:rPr lang="en-US" altLang="zh-CN" sz="2400" dirty="0"/>
              <a:t> </a:t>
            </a:r>
          </a:p>
          <a:p>
            <a:endParaRPr lang="zh-CN" altLang="en-US" sz="2400" dirty="0"/>
          </a:p>
        </p:txBody>
      </p:sp>
    </p:spTree>
    <p:extLst>
      <p:ext uri="{BB962C8B-B14F-4D97-AF65-F5344CB8AC3E}">
        <p14:creationId xmlns:p14="http://schemas.microsoft.com/office/powerpoint/2010/main" val="2181854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047B2-E708-F6B9-441F-0BA84660067F}"/>
              </a:ext>
            </a:extLst>
          </p:cNvPr>
          <p:cNvSpPr>
            <a:spLocks noGrp="1"/>
          </p:cNvSpPr>
          <p:nvPr>
            <p:ph type="title"/>
          </p:nvPr>
        </p:nvSpPr>
        <p:spPr>
          <a:xfrm>
            <a:off x="581193" y="729658"/>
            <a:ext cx="11029616" cy="988332"/>
          </a:xfrm>
        </p:spPr>
        <p:txBody>
          <a:bodyPr anchor="b">
            <a:normAutofit/>
          </a:bodyPr>
          <a:lstStyle/>
          <a:p>
            <a:r>
              <a:rPr lang="en-US" b="1" dirty="0"/>
              <a:t>Service and deployment Models</a:t>
            </a:r>
            <a:endParaRPr lang="en-UG" b="1" dirty="0"/>
          </a:p>
        </p:txBody>
      </p:sp>
      <p:pic>
        <p:nvPicPr>
          <p:cNvPr id="5" name="Content Placeholder 4" descr="Cloud Computing with Smartphone, Laptop, Desktop Computer and Tablet">
            <a:extLst>
              <a:ext uri="{FF2B5EF4-FFF2-40B4-BE49-F238E27FC236}">
                <a16:creationId xmlns:a16="http://schemas.microsoft.com/office/drawing/2014/main" id="{86F480A6-3C5E-4142-9B94-5F4E70E22690}"/>
              </a:ext>
            </a:extLst>
          </p:cNvPr>
          <p:cNvPicPr>
            <a:picLocks noChangeAspect="1"/>
          </p:cNvPicPr>
          <p:nvPr/>
        </p:nvPicPr>
        <p:blipFill>
          <a:blip r:embed="rId3"/>
          <a:srcRect l="27341" r="24386" b="1"/>
          <a:stretch/>
        </p:blipFill>
        <p:spPr>
          <a:xfrm>
            <a:off x="435107" y="2110557"/>
            <a:ext cx="2627413" cy="3633047"/>
          </a:xfrm>
          <a:prstGeom prst="rect">
            <a:avLst/>
          </a:prstGeom>
          <a:noFill/>
        </p:spPr>
      </p:pic>
      <p:sp>
        <p:nvSpPr>
          <p:cNvPr id="3" name="Content Placeholder 2">
            <a:extLst>
              <a:ext uri="{FF2B5EF4-FFF2-40B4-BE49-F238E27FC236}">
                <a16:creationId xmlns:a16="http://schemas.microsoft.com/office/drawing/2014/main" id="{98B3211E-4789-D87C-E967-5A33DCD4835C}"/>
              </a:ext>
            </a:extLst>
          </p:cNvPr>
          <p:cNvSpPr>
            <a:spLocks noGrp="1"/>
          </p:cNvSpPr>
          <p:nvPr>
            <p:ph sz="half" idx="2"/>
          </p:nvPr>
        </p:nvSpPr>
        <p:spPr>
          <a:xfrm>
            <a:off x="3145872" y="2110557"/>
            <a:ext cx="8464937" cy="3750493"/>
          </a:xfrm>
        </p:spPr>
        <p:txBody>
          <a:bodyPr anchor="t">
            <a:normAutofit fontScale="92500" lnSpcReduction="10000"/>
          </a:bodyPr>
          <a:lstStyle/>
          <a:p>
            <a:pPr>
              <a:lnSpc>
                <a:spcPct val="90000"/>
              </a:lnSpc>
            </a:pPr>
            <a:r>
              <a:rPr lang="en-US" altLang="zh-CN" sz="2000" b="1" dirty="0"/>
              <a:t>Software as a Service (SaaS):  </a:t>
            </a:r>
            <a:r>
              <a:rPr lang="en-US" altLang="zh-CN" sz="2400" dirty="0"/>
              <a:t>A</a:t>
            </a:r>
            <a:r>
              <a:rPr lang="en-US" sz="2400" dirty="0"/>
              <a:t>lso known as On-Demand Software. D</a:t>
            </a:r>
            <a:r>
              <a:rPr lang="en-US" altLang="zh-CN" sz="2400" dirty="0"/>
              <a:t>elivers software applications over the internet, enabling users to access software solutions without installation or maintenance </a:t>
            </a:r>
          </a:p>
          <a:p>
            <a:r>
              <a:rPr lang="en-US" altLang="zh-CN" sz="2400" b="1" dirty="0"/>
              <a:t>Platform as a Service (PaaS):  </a:t>
            </a:r>
            <a:r>
              <a:rPr lang="en-US" altLang="zh-CN" sz="2400" dirty="0"/>
              <a:t>Offers a platform allowing developers to build, deploy, and manage applications without worrying about underlying infrastructure</a:t>
            </a:r>
          </a:p>
          <a:p>
            <a:pPr>
              <a:lnSpc>
                <a:spcPct val="90000"/>
              </a:lnSpc>
            </a:pPr>
            <a:r>
              <a:rPr lang="en-US" altLang="zh-CN" sz="2400" b="1" dirty="0"/>
              <a:t>Infrastructure as a Service (IaaS)</a:t>
            </a:r>
            <a:r>
              <a:rPr lang="en-US" altLang="zh-CN" sz="2400" dirty="0"/>
              <a:t>:  Provides virtualized computing resources over the internet, allowing users to manage infrastructure without physical hardware. </a:t>
            </a:r>
            <a:r>
              <a:rPr lang="en-US" altLang="zh-CN" sz="2400" b="0" i="0" dirty="0">
                <a:effectLst/>
              </a:rPr>
              <a:t>The provider manages the entire infrastructure, including servers, storage, and networking, so you can simply access the software through a web browser or mobile app.</a:t>
            </a:r>
            <a:endParaRPr lang="en-UG" sz="2000" dirty="0"/>
          </a:p>
        </p:txBody>
      </p:sp>
    </p:spTree>
    <p:extLst>
      <p:ext uri="{BB962C8B-B14F-4D97-AF65-F5344CB8AC3E}">
        <p14:creationId xmlns:p14="http://schemas.microsoft.com/office/powerpoint/2010/main" val="263708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F5B1-ED58-FF4F-EB4F-41151AD15320}"/>
              </a:ext>
            </a:extLst>
          </p:cNvPr>
          <p:cNvSpPr>
            <a:spLocks noGrp="1"/>
          </p:cNvSpPr>
          <p:nvPr>
            <p:ph type="title"/>
          </p:nvPr>
        </p:nvSpPr>
        <p:spPr>
          <a:xfrm>
            <a:off x="436229" y="671118"/>
            <a:ext cx="9104670" cy="623733"/>
          </a:xfrm>
        </p:spPr>
        <p:txBody>
          <a:bodyPr>
            <a:noAutofit/>
          </a:bodyPr>
          <a:lstStyle/>
          <a:p>
            <a:r>
              <a:rPr lang="en-US" sz="3200" b="1" dirty="0">
                <a:latin typeface="Arial Narrow" panose="020B0606020202030204" pitchFamily="34" charset="0"/>
              </a:rPr>
              <a:t>CHARACTERISTICS OF CLOUD COMPUTING</a:t>
            </a:r>
            <a:endParaRPr lang="en-US" sz="3200"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BEEF5472-F9F5-32CC-9373-DF7FBAA74829}"/>
              </a:ext>
            </a:extLst>
          </p:cNvPr>
          <p:cNvSpPr>
            <a:spLocks noGrp="1"/>
          </p:cNvSpPr>
          <p:nvPr>
            <p:ph idx="1"/>
          </p:nvPr>
        </p:nvSpPr>
        <p:spPr>
          <a:xfrm>
            <a:off x="2382472" y="1651174"/>
            <a:ext cx="9255853" cy="4251960"/>
          </a:xfrm>
        </p:spPr>
        <p:txBody>
          <a:bodyPr>
            <a:normAutofit fontScale="92500" lnSpcReduction="20000"/>
          </a:bodyPr>
          <a:lstStyle/>
          <a:p>
            <a:pPr>
              <a:spcBef>
                <a:spcPts val="0"/>
              </a:spcBef>
              <a:spcAft>
                <a:spcPts val="800"/>
              </a:spcAft>
            </a:pPr>
            <a:r>
              <a:rPr lang="en-US" sz="2400" b="1" dirty="0"/>
              <a:t>Dynamic (Flexible)</a:t>
            </a:r>
            <a:r>
              <a:rPr lang="en-US" sz="2400" dirty="0"/>
              <a:t>: Dynamically scalable which minimizes the investment risk related to the user.</a:t>
            </a:r>
          </a:p>
          <a:p>
            <a:pPr>
              <a:spcBef>
                <a:spcPts val="0"/>
              </a:spcBef>
              <a:spcAft>
                <a:spcPts val="800"/>
              </a:spcAft>
            </a:pPr>
            <a:r>
              <a:rPr lang="en-US" sz="2400" b="1" dirty="0"/>
              <a:t>Virtualization</a:t>
            </a:r>
            <a:r>
              <a:rPr lang="en-US" sz="2400" dirty="0"/>
              <a:t>: Cloud computing applications and platforms are created according to resource virtualization concept.  Virtualization refers to the practice of creating a virtual platform e.g. as servers, storage, or networks.</a:t>
            </a:r>
          </a:p>
          <a:p>
            <a:pPr>
              <a:spcBef>
                <a:spcPts val="0"/>
              </a:spcBef>
              <a:spcAft>
                <a:spcPts val="800"/>
              </a:spcAft>
            </a:pPr>
            <a:r>
              <a:rPr lang="en-US" altLang="zh-CN" sz="2400" b="1" kern="100" dirty="0">
                <a:effectLst/>
                <a:latin typeface="Calibri" panose="020F0502020204030204" pitchFamily="34" charset="0"/>
                <a:ea typeface="Calibri" panose="020F0502020204030204" pitchFamily="34" charset="0"/>
                <a:cs typeface="Times New Roman" panose="02020603050405020304" pitchFamily="18" charset="0"/>
              </a:rPr>
              <a:t>On-Demand service</a:t>
            </a:r>
            <a:r>
              <a:rPr lang="en-US" altLang="zh-CN" sz="2400" kern="100" dirty="0">
                <a:effectLst/>
                <a:latin typeface="Calibri" panose="020F0502020204030204" pitchFamily="34" charset="0"/>
                <a:ea typeface="Calibri" panose="020F0502020204030204" pitchFamily="34" charset="0"/>
                <a:cs typeface="Times New Roman" panose="02020603050405020304" pitchFamily="18" charset="0"/>
              </a:rPr>
              <a:t>: Based on actual user demands.</a:t>
            </a:r>
          </a:p>
          <a:p>
            <a:pPr>
              <a:spcBef>
                <a:spcPts val="0"/>
              </a:spcBef>
              <a:spcAft>
                <a:spcPts val="800"/>
              </a:spcAft>
            </a:pPr>
            <a:r>
              <a:rPr lang="en-US" altLang="zh-CN" sz="2400" b="1" kern="100" dirty="0">
                <a:effectLst/>
                <a:latin typeface="Calibri" panose="020F0502020204030204" pitchFamily="34" charset="0"/>
                <a:ea typeface="Calibri" panose="020F0502020204030204" pitchFamily="34" charset="0"/>
                <a:cs typeface="Times New Roman" panose="02020603050405020304" pitchFamily="18" charset="0"/>
              </a:rPr>
              <a:t>Dynamic customization</a:t>
            </a:r>
            <a:r>
              <a:rPr lang="en-US" altLang="zh-CN" sz="2400" kern="100" dirty="0">
                <a:effectLst/>
                <a:latin typeface="Calibri" panose="020F0502020204030204" pitchFamily="34" charset="0"/>
                <a:ea typeface="Calibri" panose="020F0502020204030204" pitchFamily="34" charset="0"/>
                <a:cs typeface="Times New Roman" panose="02020603050405020304" pitchFamily="18" charset="0"/>
              </a:rPr>
              <a:t>: Cloud rental resources are highly customizable, allowing users to tailor services to their specific needs.</a:t>
            </a:r>
          </a:p>
          <a:p>
            <a:pPr>
              <a:spcBef>
                <a:spcPts val="0"/>
              </a:spcBef>
              <a:spcAft>
                <a:spcPts val="800"/>
              </a:spcAft>
            </a:pPr>
            <a:r>
              <a:rPr lang="en-US" altLang="zh-CN" sz="2400" b="1" kern="100" dirty="0">
                <a:effectLst/>
                <a:latin typeface="Calibri" panose="020F0502020204030204" pitchFamily="34" charset="0"/>
                <a:ea typeface="Calibri" panose="020F0502020204030204" pitchFamily="34" charset="0"/>
                <a:cs typeface="Times New Roman" panose="02020603050405020304" pitchFamily="18" charset="0"/>
              </a:rPr>
              <a:t>High reliability</a:t>
            </a:r>
            <a:r>
              <a:rPr lang="en-US" altLang="zh-CN" sz="2400" kern="100" dirty="0">
                <a:effectLst/>
                <a:latin typeface="Calibri" panose="020F0502020204030204" pitchFamily="34" charset="0"/>
                <a:ea typeface="Calibri" panose="020F0502020204030204" pitchFamily="34" charset="0"/>
                <a:cs typeface="Times New Roman" panose="02020603050405020304" pitchFamily="18" charset="0"/>
              </a:rPr>
              <a:t>:  Cloud computing platforms prioritize the security of customer data and application reliability.</a:t>
            </a:r>
          </a:p>
          <a:p>
            <a:pPr>
              <a:spcBef>
                <a:spcPts val="0"/>
              </a:spcBef>
              <a:spcAft>
                <a:spcPts val="800"/>
              </a:spcAft>
            </a:pPr>
            <a:r>
              <a:rPr lang="en-US" altLang="zh-CN" sz="2400" b="1" i="0" dirty="0">
                <a:effectLst/>
                <a:latin typeface="Calibri" panose="020F0502020204030204" pitchFamily="34" charset="0"/>
                <a:cs typeface="Calibri" panose="020F0502020204030204" pitchFamily="34" charset="0"/>
              </a:rPr>
              <a:t>Broad Network Access: </a:t>
            </a:r>
            <a:r>
              <a:rPr lang="en-US" altLang="zh-CN" sz="2400" b="0" i="0" dirty="0">
                <a:effectLst/>
                <a:latin typeface="Calibri" panose="020F0502020204030204" pitchFamily="34" charset="0"/>
                <a:cs typeface="Calibri" panose="020F0502020204030204" pitchFamily="34" charset="0"/>
              </a:rPr>
              <a:t>Cloud services are accessible over the network, providing users with  access through various devices like laptops, smartphones, and tablets</a:t>
            </a:r>
            <a:r>
              <a:rPr lang="en-US" altLang="zh-CN" sz="2400" b="0" i="0" dirty="0">
                <a:effectLst/>
                <a:latin typeface="Söhne"/>
              </a:rPr>
              <a:t>.</a:t>
            </a:r>
            <a:endParaRPr lang="en-US" altLang="zh-C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spcBef>
                <a:spcPts val="0"/>
              </a:spcBef>
              <a:spcAft>
                <a:spcPts val="800"/>
              </a:spcAft>
            </a:pPr>
            <a:endParaRPr lang="en-US" sz="2400" dirty="0"/>
          </a:p>
          <a:p>
            <a:endParaRPr lang="en-US" sz="2000" dirty="0"/>
          </a:p>
        </p:txBody>
      </p:sp>
      <p:pic>
        <p:nvPicPr>
          <p:cNvPr id="5" name="Picture 4" descr="Sphere of mesh and nodes">
            <a:extLst>
              <a:ext uri="{FF2B5EF4-FFF2-40B4-BE49-F238E27FC236}">
                <a16:creationId xmlns:a16="http://schemas.microsoft.com/office/drawing/2014/main" id="{DC92D50F-8C1D-52BB-B875-5FBC178E7961}"/>
              </a:ext>
            </a:extLst>
          </p:cNvPr>
          <p:cNvPicPr>
            <a:picLocks noChangeAspect="1"/>
          </p:cNvPicPr>
          <p:nvPr/>
        </p:nvPicPr>
        <p:blipFill rotWithShape="1">
          <a:blip r:embed="rId3"/>
          <a:srcRect l="40028" r="9039"/>
          <a:stretch/>
        </p:blipFill>
        <p:spPr>
          <a:xfrm>
            <a:off x="436229" y="1651174"/>
            <a:ext cx="1862354" cy="4090806"/>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495444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4C80B-A4C6-039F-AD30-F2ACD3F1DA26}"/>
              </a:ext>
            </a:extLst>
          </p:cNvPr>
          <p:cNvSpPr>
            <a:spLocks noGrp="1"/>
          </p:cNvSpPr>
          <p:nvPr>
            <p:ph type="title"/>
          </p:nvPr>
        </p:nvSpPr>
        <p:spPr>
          <a:xfrm>
            <a:off x="905311" y="771787"/>
            <a:ext cx="10515600" cy="524618"/>
          </a:xfrm>
        </p:spPr>
        <p:txBody>
          <a:bodyPr>
            <a:normAutofit/>
          </a:bodyPr>
          <a:lstStyle/>
          <a:p>
            <a:r>
              <a:rPr lang="en-US" sz="2400" b="1" dirty="0"/>
              <a:t>BENEFITS OF MOVING TO THE CLOUD</a:t>
            </a:r>
          </a:p>
        </p:txBody>
      </p:sp>
      <p:sp>
        <p:nvSpPr>
          <p:cNvPr id="3" name="Content Placeholder 2">
            <a:extLst>
              <a:ext uri="{FF2B5EF4-FFF2-40B4-BE49-F238E27FC236}">
                <a16:creationId xmlns:a16="http://schemas.microsoft.com/office/drawing/2014/main" id="{EFC92210-7713-C141-43EF-6AAD70A787E9}"/>
              </a:ext>
            </a:extLst>
          </p:cNvPr>
          <p:cNvSpPr>
            <a:spLocks noGrp="1"/>
          </p:cNvSpPr>
          <p:nvPr>
            <p:ph idx="1"/>
          </p:nvPr>
        </p:nvSpPr>
        <p:spPr>
          <a:xfrm>
            <a:off x="838200" y="1825625"/>
            <a:ext cx="10350910" cy="4351338"/>
          </a:xfrm>
        </p:spPr>
        <p:txBody>
          <a:bodyPr>
            <a:normAutofit fontScale="92500" lnSpcReduction="10000"/>
          </a:bodyPr>
          <a:lstStyle/>
          <a:p>
            <a:pPr>
              <a:buFont typeface="Wingdings" panose="05000000000000000000" pitchFamily="2"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Optimum Resource Utilization</a:t>
            </a:r>
            <a:r>
              <a:rPr lang="en-US" sz="1800" dirty="0">
                <a:effectLst/>
                <a:latin typeface="Calibri" panose="020F0502020204030204" pitchFamily="34" charset="0"/>
                <a:ea typeface="Calibri" panose="020F0502020204030204" pitchFamily="34" charset="0"/>
                <a:cs typeface="Times New Roman" panose="02020603050405020304" pitchFamily="18" charset="0"/>
              </a:rPr>
              <a:t>: Resources are released after every use thus resource utilization. </a:t>
            </a:r>
          </a:p>
          <a:p>
            <a:pPr>
              <a:buFont typeface="Wingdings" panose="05000000000000000000"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Rent on Demand</a:t>
            </a:r>
            <a:r>
              <a:rPr lang="en-US" sz="1800" kern="100" dirty="0">
                <a:effectLst/>
                <a:ea typeface="Calibri" panose="020F0502020204030204" pitchFamily="34" charset="0"/>
                <a:cs typeface="Times New Roman" panose="02020603050405020304" pitchFamily="18" charset="0"/>
              </a:rPr>
              <a:t>:  </a:t>
            </a:r>
            <a:r>
              <a:rPr lang="en-US" sz="1800" b="0" i="0" dirty="0">
                <a:effectLst/>
              </a:rPr>
              <a:t>Access to diverse computing and infrastructure resources and services anytime, anywhere. Enables growth and sustainability for businesses of all sizes, fostering innovation and competition.</a:t>
            </a:r>
            <a:endParaRPr lang="en-US" sz="1800" kern="100" dirty="0">
              <a:effectLst/>
              <a:ea typeface="Calibri" panose="020F0502020204030204" pitchFamily="34" charset="0"/>
              <a:cs typeface="Times New Roman" panose="02020603050405020304" pitchFamily="18" charset="0"/>
            </a:endParaRPr>
          </a:p>
          <a:p>
            <a:pPr>
              <a:buFont typeface="Wingdings" panose="05000000000000000000"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Minimized IT Staff</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Moving to cloud computing results in reduction of inhouse IT staff to maintain the existing systems.</a:t>
            </a:r>
          </a:p>
          <a:p>
            <a:pPr>
              <a:buFont typeface="Wingdings" panose="05000000000000000000"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Minimized Infrastructure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Relocating resources to the cloud, or accessing platform as a service, means that it is possible to maintain a smaller inhouse hardware infrastructure.</a:t>
            </a:r>
          </a:p>
          <a:p>
            <a:pPr>
              <a:buFont typeface="Wingdings" panose="05000000000000000000"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Managed Costs: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Cloud service providers operate on economies-of-scale, minimizing costs and offering updated hardware and software applications. Prices and licensing can be reduced as cloud computing services are based on predetermined service models.</a:t>
            </a:r>
          </a:p>
          <a:p>
            <a:pPr>
              <a:buFont typeface="Wingdings" panose="05000000000000000000" pitchFamily="2" charset="2"/>
              <a:buChar char="§"/>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Enhanced Vulnerability Control: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Constant monitoring of system activities and logs to detect and prevent security threats. Regular updates with state-of-the-art technologies to ensure no vulnerabilities exist in the cloud computing ecosystem.</a:t>
            </a:r>
          </a:p>
          <a:p>
            <a:pPr marR="0" indent="0">
              <a:spcBef>
                <a:spcPts val="0"/>
              </a:spcBef>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buFont typeface="Wingdings" panose="05000000000000000000" pitchFamily="2" charset="2"/>
              <a:buChar char="§"/>
            </a:pPr>
            <a:endParaRPr lang="en-US" sz="1800" dirty="0"/>
          </a:p>
        </p:txBody>
      </p:sp>
    </p:spTree>
    <p:extLst>
      <p:ext uri="{BB962C8B-B14F-4D97-AF65-F5344CB8AC3E}">
        <p14:creationId xmlns:p14="http://schemas.microsoft.com/office/powerpoint/2010/main" val="1168721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872CB-2070-BDD6-F305-AAEDAE0B3FFE}"/>
              </a:ext>
            </a:extLst>
          </p:cNvPr>
          <p:cNvSpPr>
            <a:spLocks noGrp="1"/>
          </p:cNvSpPr>
          <p:nvPr>
            <p:ph type="title"/>
          </p:nvPr>
        </p:nvSpPr>
        <p:spPr>
          <a:xfrm>
            <a:off x="581193" y="729658"/>
            <a:ext cx="11029616" cy="988332"/>
          </a:xfrm>
        </p:spPr>
        <p:txBody>
          <a:bodyPr anchor="b">
            <a:normAutofit/>
          </a:bodyPr>
          <a:lstStyle/>
          <a:p>
            <a:r>
              <a:rPr lang="en-UG" kern="100">
                <a:effectLst/>
              </a:rPr>
              <a:t>Key Points</a:t>
            </a:r>
            <a:endParaRPr lang="en-UG"/>
          </a:p>
        </p:txBody>
      </p:sp>
      <p:pic>
        <p:nvPicPr>
          <p:cNvPr id="5" name="Picture 4" descr="Abstract background of data">
            <a:extLst>
              <a:ext uri="{FF2B5EF4-FFF2-40B4-BE49-F238E27FC236}">
                <a16:creationId xmlns:a16="http://schemas.microsoft.com/office/drawing/2014/main" id="{26AEC183-125A-F3B6-823F-224CE6F1990E}"/>
              </a:ext>
            </a:extLst>
          </p:cNvPr>
          <p:cNvPicPr>
            <a:picLocks noChangeAspect="1"/>
          </p:cNvPicPr>
          <p:nvPr/>
        </p:nvPicPr>
        <p:blipFill rotWithShape="1">
          <a:blip r:embed="rId2"/>
          <a:srcRect l="3814" r="12233" b="1"/>
          <a:stretch/>
        </p:blipFill>
        <p:spPr>
          <a:xfrm>
            <a:off x="581193" y="2228003"/>
            <a:ext cx="5422390" cy="3633047"/>
          </a:xfrm>
          <a:prstGeom prst="rect">
            <a:avLst/>
          </a:prstGeom>
          <a:noFill/>
        </p:spPr>
      </p:pic>
      <p:sp>
        <p:nvSpPr>
          <p:cNvPr id="3" name="Content Placeholder 2">
            <a:extLst>
              <a:ext uri="{FF2B5EF4-FFF2-40B4-BE49-F238E27FC236}">
                <a16:creationId xmlns:a16="http://schemas.microsoft.com/office/drawing/2014/main" id="{6B36C035-2B6E-D948-4529-E0F29DF04A80}"/>
              </a:ext>
            </a:extLst>
          </p:cNvPr>
          <p:cNvSpPr>
            <a:spLocks noGrp="1"/>
          </p:cNvSpPr>
          <p:nvPr>
            <p:ph sz="half" idx="2"/>
          </p:nvPr>
        </p:nvSpPr>
        <p:spPr>
          <a:xfrm>
            <a:off x="6188417" y="2228003"/>
            <a:ext cx="5422392" cy="3633047"/>
          </a:xfrm>
        </p:spPr>
        <p:txBody>
          <a:bodyPr anchor="t">
            <a:normAutofit/>
          </a:bodyPr>
          <a:lstStyle/>
          <a:p>
            <a:pPr marL="800100" lvl="1" indent="-342900">
              <a:lnSpc>
                <a:spcPct val="90000"/>
              </a:lnSpc>
              <a:spcAft>
                <a:spcPts val="800"/>
              </a:spcAft>
              <a:buSzPts val="1000"/>
              <a:buFont typeface="Wingdings" panose="05000000000000000000" pitchFamily="2" charset="2"/>
              <a:buChar char="n"/>
              <a:tabLst>
                <a:tab pos="914400" algn="l"/>
              </a:tabLst>
            </a:pPr>
            <a:r>
              <a:rPr lang="en-UG" sz="2200" b="1" kern="100" dirty="0">
                <a:effectLst/>
              </a:rPr>
              <a:t>Current Development:</a:t>
            </a:r>
            <a:endParaRPr lang="en-UG" sz="2200" kern="100" dirty="0">
              <a:effectLst/>
            </a:endParaRPr>
          </a:p>
          <a:p>
            <a:pPr marL="1257300" lvl="2" indent="-342900">
              <a:lnSpc>
                <a:spcPct val="90000"/>
              </a:lnSpc>
              <a:spcAft>
                <a:spcPts val="800"/>
              </a:spcAft>
              <a:buSzPts val="1000"/>
              <a:buFont typeface="Wingdings" panose="05000000000000000000" pitchFamily="2" charset="2"/>
              <a:buChar char="n"/>
              <a:tabLst>
                <a:tab pos="1371600" algn="l"/>
              </a:tabLst>
            </a:pPr>
            <a:r>
              <a:rPr lang="en-UG" sz="2200" kern="100" dirty="0">
                <a:effectLst/>
              </a:rPr>
              <a:t>Exponential growth in cloud computing, a major revenue generator.</a:t>
            </a:r>
          </a:p>
          <a:p>
            <a:pPr marL="1257300" lvl="2" indent="-342900">
              <a:lnSpc>
                <a:spcPct val="90000"/>
              </a:lnSpc>
              <a:spcAft>
                <a:spcPts val="800"/>
              </a:spcAft>
              <a:buSzPts val="1000"/>
              <a:buFont typeface="Wingdings" panose="05000000000000000000" pitchFamily="2" charset="2"/>
              <a:buChar char="n"/>
              <a:tabLst>
                <a:tab pos="1371600" algn="l"/>
              </a:tabLst>
            </a:pPr>
            <a:r>
              <a:rPr lang="en-UG" sz="2200" kern="100" dirty="0">
                <a:effectLst/>
              </a:rPr>
              <a:t>Adoption of innovative technologies like ML, AI, and blockchain.</a:t>
            </a:r>
          </a:p>
          <a:p>
            <a:pPr marL="1257300" lvl="2" indent="-342900">
              <a:lnSpc>
                <a:spcPct val="90000"/>
              </a:lnSpc>
              <a:spcAft>
                <a:spcPts val="800"/>
              </a:spcAft>
              <a:buSzPts val="1000"/>
              <a:buFont typeface="Wingdings" panose="05000000000000000000" pitchFamily="2" charset="2"/>
              <a:buChar char="n"/>
              <a:tabLst>
                <a:tab pos="1371600" algn="l"/>
              </a:tabLst>
            </a:pPr>
            <a:r>
              <a:rPr lang="en-UG" sz="2200" kern="100" dirty="0">
                <a:effectLst/>
              </a:rPr>
              <a:t>Unprecedented spending, indicating sustained industry growth.</a:t>
            </a:r>
          </a:p>
        </p:txBody>
      </p:sp>
    </p:spTree>
    <p:extLst>
      <p:ext uri="{BB962C8B-B14F-4D97-AF65-F5344CB8AC3E}">
        <p14:creationId xmlns:p14="http://schemas.microsoft.com/office/powerpoint/2010/main" val="4265192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F0AA-AE7D-1154-072B-0A7B3AB9CBC1}"/>
              </a:ext>
            </a:extLst>
          </p:cNvPr>
          <p:cNvSpPr>
            <a:spLocks noGrp="1"/>
          </p:cNvSpPr>
          <p:nvPr>
            <p:ph type="title"/>
          </p:nvPr>
        </p:nvSpPr>
        <p:spPr>
          <a:xfrm>
            <a:off x="435529" y="599091"/>
            <a:ext cx="10515599" cy="650453"/>
          </a:xfrm>
        </p:spPr>
        <p:txBody>
          <a:bodyPr>
            <a:normAutofit/>
          </a:bodyPr>
          <a:lstStyle/>
          <a:p>
            <a:r>
              <a:rPr lang="en-US" dirty="0"/>
              <a:t>Challenges</a:t>
            </a:r>
            <a:endParaRPr lang="en-UG" dirty="0"/>
          </a:p>
        </p:txBody>
      </p:sp>
      <p:graphicFrame>
        <p:nvGraphicFramePr>
          <p:cNvPr id="5" name="Content Placeholder 2">
            <a:extLst>
              <a:ext uri="{FF2B5EF4-FFF2-40B4-BE49-F238E27FC236}">
                <a16:creationId xmlns:a16="http://schemas.microsoft.com/office/drawing/2014/main" id="{D6CDCFDA-53A9-E765-626A-A3C89A05D4F2}"/>
              </a:ext>
            </a:extLst>
          </p:cNvPr>
          <p:cNvGraphicFramePr>
            <a:graphicFrameLocks noGrp="1"/>
          </p:cNvGraphicFramePr>
          <p:nvPr>
            <p:ph idx="1"/>
            <p:extLst>
              <p:ext uri="{D42A27DB-BD31-4B8C-83A1-F6EECF244321}">
                <p14:modId xmlns:p14="http://schemas.microsoft.com/office/powerpoint/2010/main" val="2284554150"/>
              </p:ext>
            </p:extLst>
          </p:nvPr>
        </p:nvGraphicFramePr>
        <p:xfrm>
          <a:off x="435529" y="149006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Content Placeholder 2">
            <a:extLst>
              <a:ext uri="{FF2B5EF4-FFF2-40B4-BE49-F238E27FC236}">
                <a16:creationId xmlns:a16="http://schemas.microsoft.com/office/drawing/2014/main" id="{8765543A-E191-C837-78CC-1FCA9E889124}"/>
              </a:ext>
            </a:extLst>
          </p:cNvPr>
          <p:cNvGraphicFramePr>
            <a:graphicFrameLocks/>
          </p:cNvGraphicFramePr>
          <p:nvPr>
            <p:extLst>
              <p:ext uri="{D42A27DB-BD31-4B8C-83A1-F6EECF244321}">
                <p14:modId xmlns:p14="http://schemas.microsoft.com/office/powerpoint/2010/main" val="3896361755"/>
              </p:ext>
            </p:extLst>
          </p:nvPr>
        </p:nvGraphicFramePr>
        <p:xfrm>
          <a:off x="6565783" y="1490066"/>
          <a:ext cx="5153637"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500789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5E53-AC79-64C0-4716-E4D03E901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8D34B-92C7-321B-96DC-A9DDD9DF983F}"/>
              </a:ext>
            </a:extLst>
          </p:cNvPr>
          <p:cNvSpPr>
            <a:spLocks noGrp="1"/>
          </p:cNvSpPr>
          <p:nvPr>
            <p:ph type="title"/>
          </p:nvPr>
        </p:nvSpPr>
        <p:spPr>
          <a:xfrm>
            <a:off x="435529" y="599091"/>
            <a:ext cx="10515599" cy="650453"/>
          </a:xfrm>
        </p:spPr>
        <p:txBody>
          <a:bodyPr>
            <a:normAutofit/>
          </a:bodyPr>
          <a:lstStyle/>
          <a:p>
            <a:r>
              <a:rPr lang="en-US" dirty="0"/>
              <a:t>Challenges:  Attacks</a:t>
            </a:r>
            <a:endParaRPr lang="en-UG" dirty="0"/>
          </a:p>
        </p:txBody>
      </p:sp>
      <p:graphicFrame>
        <p:nvGraphicFramePr>
          <p:cNvPr id="16" name="Content Placeholder 2">
            <a:extLst>
              <a:ext uri="{FF2B5EF4-FFF2-40B4-BE49-F238E27FC236}">
                <a16:creationId xmlns:a16="http://schemas.microsoft.com/office/drawing/2014/main" id="{E2CAF0EB-85DF-1A50-9881-994F4823B8C9}"/>
              </a:ext>
            </a:extLst>
          </p:cNvPr>
          <p:cNvGraphicFramePr>
            <a:graphicFrameLocks/>
          </p:cNvGraphicFramePr>
          <p:nvPr>
            <p:extLst>
              <p:ext uri="{D42A27DB-BD31-4B8C-83A1-F6EECF244321}">
                <p14:modId xmlns:p14="http://schemas.microsoft.com/office/powerpoint/2010/main" val="2591961898"/>
              </p:ext>
            </p:extLst>
          </p:nvPr>
        </p:nvGraphicFramePr>
        <p:xfrm>
          <a:off x="472580" y="1572673"/>
          <a:ext cx="5374547" cy="408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Content Placeholder 2">
            <a:extLst>
              <a:ext uri="{FF2B5EF4-FFF2-40B4-BE49-F238E27FC236}">
                <a16:creationId xmlns:a16="http://schemas.microsoft.com/office/drawing/2014/main" id="{E0EC5217-36E2-A1CB-20B1-A01260B184A4}"/>
              </a:ext>
            </a:extLst>
          </p:cNvPr>
          <p:cNvGraphicFramePr>
            <a:graphicFrameLocks noGrp="1"/>
          </p:cNvGraphicFramePr>
          <p:nvPr>
            <p:ph idx="1"/>
            <p:extLst>
              <p:ext uri="{D42A27DB-BD31-4B8C-83A1-F6EECF244321}">
                <p14:modId xmlns:p14="http://schemas.microsoft.com/office/powerpoint/2010/main" val="3121500723"/>
              </p:ext>
            </p:extLst>
          </p:nvPr>
        </p:nvGraphicFramePr>
        <p:xfrm>
          <a:off x="6443262" y="1572673"/>
          <a:ext cx="5276158" cy="40898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46059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C7D20-8422-638F-023B-0BC6DCD6B31C}"/>
              </a:ext>
            </a:extLst>
          </p:cNvPr>
          <p:cNvSpPr>
            <a:spLocks noGrp="1"/>
          </p:cNvSpPr>
          <p:nvPr>
            <p:ph type="title"/>
          </p:nvPr>
        </p:nvSpPr>
        <p:spPr>
          <a:xfrm>
            <a:off x="653642" y="459945"/>
            <a:ext cx="10515600" cy="873906"/>
          </a:xfrm>
        </p:spPr>
        <p:txBody>
          <a:bodyPr>
            <a:normAutofit/>
          </a:bodyPr>
          <a:lstStyle/>
          <a:p>
            <a:r>
              <a:rPr lang="en-UG" sz="3200" kern="100" dirty="0">
                <a:solidFill>
                  <a:srgbClr val="FFFFFF"/>
                </a:solidFill>
                <a:effectLst/>
                <a:latin typeface="Aptos" panose="020B0004020202020204" pitchFamily="34" charset="0"/>
                <a:ea typeface="Aptos" panose="020B0004020202020204" pitchFamily="34" charset="0"/>
                <a:cs typeface="Times New Roman" panose="02020603050405020304" pitchFamily="18" charset="0"/>
              </a:rPr>
              <a:t>Key Points</a:t>
            </a:r>
            <a:endParaRPr lang="en-UG" sz="3200" dirty="0">
              <a:solidFill>
                <a:srgbClr val="FFFFFF"/>
              </a:solidFill>
            </a:endParaRPr>
          </a:p>
        </p:txBody>
      </p:sp>
      <p:sp>
        <p:nvSpPr>
          <p:cNvPr id="3" name="Content Placeholder 2">
            <a:extLst>
              <a:ext uri="{FF2B5EF4-FFF2-40B4-BE49-F238E27FC236}">
                <a16:creationId xmlns:a16="http://schemas.microsoft.com/office/drawing/2014/main" id="{C699B5F6-BAB7-EA2A-986C-A32F32687AAA}"/>
              </a:ext>
            </a:extLst>
          </p:cNvPr>
          <p:cNvSpPr>
            <a:spLocks noGrp="1"/>
          </p:cNvSpPr>
          <p:nvPr>
            <p:ph idx="1"/>
          </p:nvPr>
        </p:nvSpPr>
        <p:spPr>
          <a:xfrm>
            <a:off x="443918" y="1512998"/>
            <a:ext cx="10515600" cy="3590174"/>
          </a:xfrm>
        </p:spPr>
        <p:txBody>
          <a:bodyPr>
            <a:normAutofit fontScale="92500" lnSpcReduction="20000"/>
          </a:bodyPr>
          <a:lstStyle/>
          <a:p>
            <a:pPr marL="914400" lvl="1" indent="-457200">
              <a:spcAft>
                <a:spcPts val="800"/>
              </a:spcAft>
              <a:buSzPts val="1000"/>
              <a:buFont typeface="Wingdings" panose="05000000000000000000" pitchFamily="2" charset="2"/>
              <a:buChar char="n"/>
              <a:tabLst>
                <a:tab pos="914400" algn="l"/>
              </a:tabLst>
            </a:pPr>
            <a:r>
              <a:rPr lang="en-UG" sz="2800" b="1" kern="100" dirty="0">
                <a:effectLst/>
                <a:latin typeface="Aptos" panose="020B0004020202020204" pitchFamily="34" charset="0"/>
                <a:ea typeface="Aptos" panose="020B0004020202020204" pitchFamily="34" charset="0"/>
                <a:cs typeface="Times New Roman" panose="02020603050405020304" pitchFamily="18" charset="0"/>
              </a:rPr>
              <a:t>Challenges:</a:t>
            </a:r>
            <a:endParaRPr lang="en-UG" sz="2800" kern="100" dirty="0">
              <a:effectLst/>
              <a:latin typeface="Aptos" panose="020B0004020202020204" pitchFamily="34" charset="0"/>
              <a:ea typeface="Aptos" panose="020B0004020202020204" pitchFamily="34" charset="0"/>
              <a:cs typeface="Times New Roman" panose="02020603050405020304" pitchFamily="18" charset="0"/>
            </a:endParaRP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Reliability issues and system performance challenges.</a:t>
            </a: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Privacy and security concerns posing obstacles.</a:t>
            </a: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Complexities in resource provisioning and scheduling.</a:t>
            </a: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Management issues in handling dynamic cloud platforms.</a:t>
            </a: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Addressing fault tolerance and ensuring data integrity.</a:t>
            </a:r>
          </a:p>
          <a:p>
            <a:pPr marL="1371600" lvl="2" indent="-457200">
              <a:spcAft>
                <a:spcPts val="800"/>
              </a:spcAft>
              <a:buSzPts val="1000"/>
              <a:buFont typeface="Wingdings" panose="05000000000000000000" pitchFamily="2" charset="2"/>
              <a:buChar char="n"/>
              <a:tabLst>
                <a:tab pos="1371600" algn="l"/>
              </a:tabLst>
            </a:pPr>
            <a:r>
              <a:rPr lang="en-UG" kern="100" dirty="0">
                <a:effectLst/>
                <a:latin typeface="Aptos" panose="020B0004020202020204" pitchFamily="34" charset="0"/>
                <a:ea typeface="Aptos" panose="020B0004020202020204" pitchFamily="34" charset="0"/>
                <a:cs typeface="Times New Roman" panose="02020603050405020304" pitchFamily="18" charset="0"/>
              </a:rPr>
              <a:t>Ongoing concerns about transparency and privacy.</a:t>
            </a:r>
          </a:p>
          <a:p>
            <a:pPr>
              <a:buFont typeface="Wingdings" panose="05000000000000000000" pitchFamily="2" charset="2"/>
              <a:buChar char="n"/>
            </a:pPr>
            <a:endParaRPr lang="en-UG" sz="2800" dirty="0"/>
          </a:p>
        </p:txBody>
      </p:sp>
    </p:spTree>
    <p:extLst>
      <p:ext uri="{BB962C8B-B14F-4D97-AF65-F5344CB8AC3E}">
        <p14:creationId xmlns:p14="http://schemas.microsoft.com/office/powerpoint/2010/main" val="3758500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E2ED6-3BE7-34FA-578F-FF710F657997}"/>
              </a:ext>
            </a:extLst>
          </p:cNvPr>
          <p:cNvSpPr>
            <a:spLocks noGrp="1"/>
          </p:cNvSpPr>
          <p:nvPr>
            <p:ph type="title"/>
          </p:nvPr>
        </p:nvSpPr>
        <p:spPr>
          <a:xfrm>
            <a:off x="729144" y="620785"/>
            <a:ext cx="10515600" cy="612397"/>
          </a:xfrm>
        </p:spPr>
        <p:txBody>
          <a:bodyPr>
            <a:normAutofit/>
          </a:bodyPr>
          <a:lstStyle/>
          <a:p>
            <a:pPr>
              <a:spcAft>
                <a:spcPts val="800"/>
              </a:spcAft>
            </a:pPr>
            <a:r>
              <a:rPr lang="en-US" dirty="0">
                <a:solidFill>
                  <a:schemeClr val="bg1"/>
                </a:solidFill>
              </a:rPr>
              <a:t>Future trends</a:t>
            </a:r>
            <a:endParaRPr lang="en-UG" dirty="0">
              <a:solidFill>
                <a:schemeClr val="bg1"/>
              </a:solidFill>
            </a:endParaRPr>
          </a:p>
        </p:txBody>
      </p:sp>
      <p:graphicFrame>
        <p:nvGraphicFramePr>
          <p:cNvPr id="8" name="Content Placeholder 2">
            <a:extLst>
              <a:ext uri="{FF2B5EF4-FFF2-40B4-BE49-F238E27FC236}">
                <a16:creationId xmlns:a16="http://schemas.microsoft.com/office/drawing/2014/main" id="{76BE596C-3353-DC23-0859-F5A1F3D0FA0E}"/>
              </a:ext>
            </a:extLst>
          </p:cNvPr>
          <p:cNvGraphicFramePr>
            <a:graphicFrameLocks noGrp="1"/>
          </p:cNvGraphicFramePr>
          <p:nvPr>
            <p:ph idx="1"/>
            <p:extLst>
              <p:ext uri="{D42A27DB-BD31-4B8C-83A1-F6EECF244321}">
                <p14:modId xmlns:p14="http://schemas.microsoft.com/office/powerpoint/2010/main" val="559282610"/>
              </p:ext>
            </p:extLst>
          </p:nvPr>
        </p:nvGraphicFramePr>
        <p:xfrm>
          <a:off x="838200" y="2190143"/>
          <a:ext cx="10515600" cy="41768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CD6EDDDA-73EF-7932-0A09-F7670A162925}"/>
              </a:ext>
            </a:extLst>
          </p:cNvPr>
          <p:cNvSpPr txBox="1"/>
          <p:nvPr/>
        </p:nvSpPr>
        <p:spPr>
          <a:xfrm>
            <a:off x="1191236" y="1790033"/>
            <a:ext cx="7046752" cy="400110"/>
          </a:xfrm>
          <a:prstGeom prst="rect">
            <a:avLst/>
          </a:prstGeom>
          <a:noFill/>
        </p:spPr>
        <p:txBody>
          <a:bodyPr wrap="square" rtlCol="0">
            <a:spAutoFit/>
          </a:bodyPr>
          <a:lstStyle/>
          <a:p>
            <a:r>
              <a:rPr lang="en-UG" altLang="zh-CN" sz="2000" b="1" kern="100" dirty="0">
                <a:solidFill>
                  <a:srgbClr val="1A3260"/>
                </a:solidFill>
                <a:effectLst/>
                <a:latin typeface="Aptos" panose="020B0004020202020204" pitchFamily="34" charset="0"/>
                <a:ea typeface="Aptos" panose="020B0004020202020204" pitchFamily="34" charset="0"/>
                <a:cs typeface="Times New Roman" panose="02020603050405020304" pitchFamily="18" charset="0"/>
              </a:rPr>
              <a:t>Intelligent Machine Learning (ML) Techniques</a:t>
            </a:r>
            <a:endParaRPr lang="zh-CN" altLang="en-US" sz="2000" b="1" dirty="0">
              <a:solidFill>
                <a:srgbClr val="1A3260"/>
              </a:solidFill>
            </a:endParaRPr>
          </a:p>
        </p:txBody>
      </p:sp>
    </p:spTree>
    <p:extLst>
      <p:ext uri="{BB962C8B-B14F-4D97-AF65-F5344CB8AC3E}">
        <p14:creationId xmlns:p14="http://schemas.microsoft.com/office/powerpoint/2010/main" val="1551790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1378-04EF-C230-D1BB-551686F5F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9EC08-6F41-A1D9-EF4F-49FB0D09B13B}"/>
              </a:ext>
            </a:extLst>
          </p:cNvPr>
          <p:cNvSpPr>
            <a:spLocks noGrp="1"/>
          </p:cNvSpPr>
          <p:nvPr>
            <p:ph type="title"/>
          </p:nvPr>
        </p:nvSpPr>
        <p:spPr>
          <a:xfrm>
            <a:off x="729144" y="620785"/>
            <a:ext cx="10515600" cy="612397"/>
          </a:xfrm>
        </p:spPr>
        <p:txBody>
          <a:bodyPr>
            <a:normAutofit/>
          </a:bodyPr>
          <a:lstStyle/>
          <a:p>
            <a:pPr>
              <a:spcAft>
                <a:spcPts val="800"/>
              </a:spcAft>
            </a:pPr>
            <a:r>
              <a:rPr lang="en-US" dirty="0">
                <a:solidFill>
                  <a:schemeClr val="bg1"/>
                </a:solidFill>
              </a:rPr>
              <a:t>Future trends</a:t>
            </a:r>
            <a:endParaRPr lang="en-UG" dirty="0">
              <a:solidFill>
                <a:schemeClr val="bg1"/>
              </a:solidFill>
            </a:endParaRPr>
          </a:p>
        </p:txBody>
      </p:sp>
      <p:sp>
        <p:nvSpPr>
          <p:cNvPr id="3" name="TextBox 2">
            <a:extLst>
              <a:ext uri="{FF2B5EF4-FFF2-40B4-BE49-F238E27FC236}">
                <a16:creationId xmlns:a16="http://schemas.microsoft.com/office/drawing/2014/main" id="{5BDEFB5E-07F2-CDCC-5891-D861B35A4834}"/>
              </a:ext>
            </a:extLst>
          </p:cNvPr>
          <p:cNvSpPr txBox="1"/>
          <p:nvPr/>
        </p:nvSpPr>
        <p:spPr>
          <a:xfrm>
            <a:off x="1191236" y="1790033"/>
            <a:ext cx="7046752" cy="400110"/>
          </a:xfrm>
          <a:prstGeom prst="rect">
            <a:avLst/>
          </a:prstGeom>
          <a:noFill/>
        </p:spPr>
        <p:txBody>
          <a:bodyPr wrap="square" rtlCol="0">
            <a:spAutoFit/>
          </a:bodyPr>
          <a:lstStyle/>
          <a:p>
            <a:r>
              <a:rPr lang="en-UG" altLang="zh-CN" sz="2000" b="1" kern="100" dirty="0">
                <a:solidFill>
                  <a:srgbClr val="1A3260"/>
                </a:solidFill>
                <a:latin typeface="Aptos" panose="020B0004020202020204" pitchFamily="34" charset="0"/>
                <a:cs typeface="Times New Roman" panose="02020603050405020304" pitchFamily="18" charset="0"/>
              </a:rPr>
              <a:t>Adoption of AI and Blockchain Technologies</a:t>
            </a:r>
            <a:endParaRPr lang="zh-CN" altLang="en-US" sz="2000" b="1" kern="100" dirty="0">
              <a:solidFill>
                <a:srgbClr val="1A3260"/>
              </a:solidFill>
              <a:latin typeface="Aptos" panose="020B0004020202020204" pitchFamily="34" charset="0"/>
              <a:cs typeface="Times New Roman" panose="02020603050405020304" pitchFamily="18" charset="0"/>
            </a:endParaRPr>
          </a:p>
        </p:txBody>
      </p:sp>
      <p:graphicFrame>
        <p:nvGraphicFramePr>
          <p:cNvPr id="6" name="Content Placeholder 2">
            <a:extLst>
              <a:ext uri="{FF2B5EF4-FFF2-40B4-BE49-F238E27FC236}">
                <a16:creationId xmlns:a16="http://schemas.microsoft.com/office/drawing/2014/main" id="{28A2F030-9D18-30C7-31B5-839FC9C3644A}"/>
              </a:ext>
            </a:extLst>
          </p:cNvPr>
          <p:cNvGraphicFramePr>
            <a:graphicFrameLocks noGrp="1"/>
          </p:cNvGraphicFramePr>
          <p:nvPr>
            <p:ph idx="1"/>
          </p:nvPr>
        </p:nvGraphicFramePr>
        <p:xfrm>
          <a:off x="838200" y="2004446"/>
          <a:ext cx="10515600" cy="41768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4039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9FC2C197-46B8-1D6E-9AC8-E9F5C26067BD}"/>
              </a:ext>
            </a:extLst>
          </p:cNvPr>
          <p:cNvGraphicFramePr>
            <a:graphicFrameLocks noGrp="1"/>
          </p:cNvGraphicFramePr>
          <p:nvPr>
            <p:ph idx="1"/>
          </p:nvPr>
        </p:nvGraphicFramePr>
        <p:xfrm>
          <a:off x="838200" y="2004446"/>
          <a:ext cx="10515600" cy="4176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2C9B982C-3474-1739-E344-FD7CA03B9BB8}"/>
              </a:ext>
            </a:extLst>
          </p:cNvPr>
          <p:cNvSpPr txBox="1"/>
          <p:nvPr/>
        </p:nvSpPr>
        <p:spPr>
          <a:xfrm>
            <a:off x="1191236" y="1790033"/>
            <a:ext cx="7046752" cy="400110"/>
          </a:xfrm>
          <a:prstGeom prst="rect">
            <a:avLst/>
          </a:prstGeom>
          <a:noFill/>
        </p:spPr>
        <p:txBody>
          <a:bodyPr wrap="square" rtlCol="0">
            <a:spAutoFit/>
          </a:bodyPr>
          <a:lstStyle/>
          <a:p>
            <a:r>
              <a:rPr lang="en-UG" altLang="zh-CN" sz="2000" b="1" kern="100" dirty="0">
                <a:solidFill>
                  <a:srgbClr val="1A3260"/>
                </a:solidFill>
                <a:latin typeface="Aptos" panose="020B0004020202020204" pitchFamily="34" charset="0"/>
                <a:ea typeface="+mn-ea"/>
                <a:cs typeface="Times New Roman" panose="02020603050405020304" pitchFamily="18" charset="0"/>
              </a:rPr>
              <a:t>Emphasis on Big Data Analytics and Data Science</a:t>
            </a:r>
            <a:endParaRPr lang="zh-CN" altLang="en-US" sz="2000" b="1" kern="100" dirty="0">
              <a:solidFill>
                <a:srgbClr val="1A3260"/>
              </a:solidFill>
              <a:latin typeface="Aptos" panose="020B0004020202020204" pitchFamily="34" charset="0"/>
              <a:cs typeface="Times New Roman" panose="02020603050405020304" pitchFamily="18" charset="0"/>
            </a:endParaRPr>
          </a:p>
        </p:txBody>
      </p:sp>
      <p:sp>
        <p:nvSpPr>
          <p:cNvPr id="4" name="Title 1">
            <a:extLst>
              <a:ext uri="{FF2B5EF4-FFF2-40B4-BE49-F238E27FC236}">
                <a16:creationId xmlns:a16="http://schemas.microsoft.com/office/drawing/2014/main" id="{181B841F-46E5-8F93-AB92-BC8D77FF513C}"/>
              </a:ext>
            </a:extLst>
          </p:cNvPr>
          <p:cNvSpPr>
            <a:spLocks noGrp="1"/>
          </p:cNvSpPr>
          <p:nvPr>
            <p:ph type="title"/>
          </p:nvPr>
        </p:nvSpPr>
        <p:spPr>
          <a:xfrm>
            <a:off x="729144" y="620785"/>
            <a:ext cx="10515600" cy="612397"/>
          </a:xfrm>
        </p:spPr>
        <p:txBody>
          <a:bodyPr>
            <a:normAutofit/>
          </a:bodyPr>
          <a:lstStyle/>
          <a:p>
            <a:pPr>
              <a:spcAft>
                <a:spcPts val="800"/>
              </a:spcAft>
            </a:pPr>
            <a:r>
              <a:rPr lang="en-US" dirty="0">
                <a:solidFill>
                  <a:schemeClr val="bg1"/>
                </a:solidFill>
              </a:rPr>
              <a:t>Future trends</a:t>
            </a:r>
            <a:endParaRPr lang="en-UG" dirty="0">
              <a:solidFill>
                <a:schemeClr val="bg1"/>
              </a:solidFill>
            </a:endParaRPr>
          </a:p>
        </p:txBody>
      </p:sp>
    </p:spTree>
    <p:extLst>
      <p:ext uri="{BB962C8B-B14F-4D97-AF65-F5344CB8AC3E}">
        <p14:creationId xmlns:p14="http://schemas.microsoft.com/office/powerpoint/2010/main" val="3223173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Lock">
            <a:extLst>
              <a:ext uri="{FF2B5EF4-FFF2-40B4-BE49-F238E27FC236}">
                <a16:creationId xmlns:a16="http://schemas.microsoft.com/office/drawing/2014/main" id="{833686C9-F962-9BCF-6D93-8BA8A98B1B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706" y="3346516"/>
            <a:ext cx="1509423" cy="1466450"/>
          </a:xfrm>
          <a:prstGeom prst="rect">
            <a:avLst/>
          </a:prstGeom>
        </p:spPr>
      </p:pic>
      <p:graphicFrame>
        <p:nvGraphicFramePr>
          <p:cNvPr id="27" name="Content Placeholder 2">
            <a:extLst>
              <a:ext uri="{FF2B5EF4-FFF2-40B4-BE49-F238E27FC236}">
                <a16:creationId xmlns:a16="http://schemas.microsoft.com/office/drawing/2014/main" id="{E9D902D4-FEED-A19E-859C-7D1B3E528FCE}"/>
              </a:ext>
            </a:extLst>
          </p:cNvPr>
          <p:cNvGraphicFramePr>
            <a:graphicFrameLocks noGrp="1"/>
          </p:cNvGraphicFramePr>
          <p:nvPr>
            <p:ph idx="1"/>
            <p:extLst>
              <p:ext uri="{D42A27DB-BD31-4B8C-83A1-F6EECF244321}">
                <p14:modId xmlns:p14="http://schemas.microsoft.com/office/powerpoint/2010/main" val="3476006112"/>
              </p:ext>
            </p:extLst>
          </p:nvPr>
        </p:nvGraphicFramePr>
        <p:xfrm>
          <a:off x="2468123" y="2160752"/>
          <a:ext cx="8234365" cy="383797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2A161857-6709-DD6C-2CFE-092C405E6260}"/>
              </a:ext>
            </a:extLst>
          </p:cNvPr>
          <p:cNvSpPr txBox="1"/>
          <p:nvPr/>
        </p:nvSpPr>
        <p:spPr>
          <a:xfrm>
            <a:off x="508000" y="1760642"/>
            <a:ext cx="7046752" cy="400110"/>
          </a:xfrm>
          <a:prstGeom prst="rect">
            <a:avLst/>
          </a:prstGeom>
          <a:noFill/>
        </p:spPr>
        <p:txBody>
          <a:bodyPr wrap="square" rtlCol="0">
            <a:spAutoFit/>
          </a:bodyPr>
          <a:lstStyle/>
          <a:p>
            <a:r>
              <a:rPr lang="en-UG" altLang="zh-CN" sz="2000" b="1" kern="100" dirty="0">
                <a:solidFill>
                  <a:srgbClr val="1A3260"/>
                </a:solidFill>
                <a:latin typeface="Aptos" panose="020B0004020202020204" pitchFamily="34" charset="0"/>
                <a:ea typeface="+mn-ea"/>
                <a:cs typeface="Times New Roman" panose="02020603050405020304" pitchFamily="18" charset="0"/>
              </a:rPr>
              <a:t>Security Enhancement and Vulnerability Control</a:t>
            </a:r>
            <a:endParaRPr lang="zh-CN" altLang="en-US" sz="2000" b="1" kern="100" dirty="0">
              <a:solidFill>
                <a:srgbClr val="1A3260"/>
              </a:solidFill>
              <a:latin typeface="Aptos" panose="020B0004020202020204" pitchFamily="34" charset="0"/>
              <a:cs typeface="Times New Roman" panose="02020603050405020304" pitchFamily="18" charset="0"/>
            </a:endParaRPr>
          </a:p>
        </p:txBody>
      </p:sp>
      <p:sp>
        <p:nvSpPr>
          <p:cNvPr id="4" name="Title 1">
            <a:extLst>
              <a:ext uri="{FF2B5EF4-FFF2-40B4-BE49-F238E27FC236}">
                <a16:creationId xmlns:a16="http://schemas.microsoft.com/office/drawing/2014/main" id="{65AD57F0-1820-47F6-7C00-5198D9E06BCD}"/>
              </a:ext>
            </a:extLst>
          </p:cNvPr>
          <p:cNvSpPr>
            <a:spLocks noGrp="1"/>
          </p:cNvSpPr>
          <p:nvPr>
            <p:ph type="title"/>
          </p:nvPr>
        </p:nvSpPr>
        <p:spPr>
          <a:xfrm>
            <a:off x="729144" y="620785"/>
            <a:ext cx="10515600" cy="612397"/>
          </a:xfrm>
        </p:spPr>
        <p:txBody>
          <a:bodyPr>
            <a:normAutofit/>
          </a:bodyPr>
          <a:lstStyle/>
          <a:p>
            <a:pPr>
              <a:spcAft>
                <a:spcPts val="800"/>
              </a:spcAft>
            </a:pPr>
            <a:r>
              <a:rPr lang="en-US" dirty="0">
                <a:solidFill>
                  <a:schemeClr val="bg1"/>
                </a:solidFill>
              </a:rPr>
              <a:t>Future trends</a:t>
            </a:r>
            <a:endParaRPr lang="en-UG" dirty="0">
              <a:solidFill>
                <a:schemeClr val="bg1"/>
              </a:solidFill>
            </a:endParaRPr>
          </a:p>
        </p:txBody>
      </p:sp>
    </p:spTree>
    <p:extLst>
      <p:ext uri="{BB962C8B-B14F-4D97-AF65-F5344CB8AC3E}">
        <p14:creationId xmlns:p14="http://schemas.microsoft.com/office/powerpoint/2010/main" val="644410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2BF1A-95C9-8DCA-15EB-DB958F502B1D}"/>
              </a:ext>
            </a:extLst>
          </p:cNvPr>
          <p:cNvSpPr>
            <a:spLocks noGrp="1"/>
          </p:cNvSpPr>
          <p:nvPr>
            <p:ph type="title"/>
          </p:nvPr>
        </p:nvSpPr>
        <p:spPr>
          <a:xfrm>
            <a:off x="581193" y="729658"/>
            <a:ext cx="11029616" cy="988332"/>
          </a:xfrm>
        </p:spPr>
        <p:txBody>
          <a:bodyPr anchor="b">
            <a:normAutofit/>
          </a:bodyPr>
          <a:lstStyle/>
          <a:p>
            <a:pPr>
              <a:spcAft>
                <a:spcPts val="800"/>
              </a:spcAft>
            </a:pPr>
            <a:r>
              <a:rPr lang="en-US"/>
              <a:t>Final remarks</a:t>
            </a:r>
            <a:endParaRPr lang="en-UG"/>
          </a:p>
        </p:txBody>
      </p:sp>
      <p:pic>
        <p:nvPicPr>
          <p:cNvPr id="5" name="Picture 4" descr="Low Angle View Of Clouds In Sky">
            <a:extLst>
              <a:ext uri="{FF2B5EF4-FFF2-40B4-BE49-F238E27FC236}">
                <a16:creationId xmlns:a16="http://schemas.microsoft.com/office/drawing/2014/main" id="{063573C3-D846-27E4-8023-C6DE20ED1E1C}"/>
              </a:ext>
            </a:extLst>
          </p:cNvPr>
          <p:cNvPicPr>
            <a:picLocks noChangeAspect="1"/>
          </p:cNvPicPr>
          <p:nvPr/>
        </p:nvPicPr>
        <p:blipFill rotWithShape="1">
          <a:blip r:embed="rId2"/>
          <a:srcRect l="6" r="369" b="1"/>
          <a:stretch/>
        </p:blipFill>
        <p:spPr>
          <a:xfrm>
            <a:off x="581193" y="2228003"/>
            <a:ext cx="5422390" cy="3633047"/>
          </a:xfrm>
          <a:prstGeom prst="rect">
            <a:avLst/>
          </a:prstGeom>
          <a:noFill/>
        </p:spPr>
      </p:pic>
      <p:sp>
        <p:nvSpPr>
          <p:cNvPr id="3" name="Content Placeholder 2">
            <a:extLst>
              <a:ext uri="{FF2B5EF4-FFF2-40B4-BE49-F238E27FC236}">
                <a16:creationId xmlns:a16="http://schemas.microsoft.com/office/drawing/2014/main" id="{990A0CFD-52FA-F5F8-1950-60CF1F74F0EE}"/>
              </a:ext>
            </a:extLst>
          </p:cNvPr>
          <p:cNvSpPr>
            <a:spLocks noGrp="1"/>
          </p:cNvSpPr>
          <p:nvPr>
            <p:ph sz="half" idx="2"/>
          </p:nvPr>
        </p:nvSpPr>
        <p:spPr>
          <a:xfrm>
            <a:off x="6188417" y="2228003"/>
            <a:ext cx="5422392" cy="3633047"/>
          </a:xfrm>
        </p:spPr>
        <p:txBody>
          <a:bodyPr anchor="t">
            <a:normAutofit/>
          </a:bodyPr>
          <a:lstStyle/>
          <a:p>
            <a:pPr marL="0" indent="0">
              <a:lnSpc>
                <a:spcPct val="90000"/>
              </a:lnSpc>
              <a:buNone/>
            </a:pPr>
            <a:r>
              <a:rPr lang="en-US" sz="2200" dirty="0"/>
              <a:t>As we conclude our journey through the clouds, we find ourselves at the intersection of innovation and challenges. The sky ahead holds the promise of Intelligent Machine Learning, the transformative power of AI and Blockchain, and the endless possibilities within Big Data Analytics. The future of cloud computing is not just a destination; it's an evolving landscape shaped by the triumvirate of IoT, AI, and Blockchain</a:t>
            </a:r>
            <a:endParaRPr lang="en-UG" sz="2200" dirty="0"/>
          </a:p>
        </p:txBody>
      </p:sp>
    </p:spTree>
    <p:extLst>
      <p:ext uri="{BB962C8B-B14F-4D97-AF65-F5344CB8AC3E}">
        <p14:creationId xmlns:p14="http://schemas.microsoft.com/office/powerpoint/2010/main" val="3395707504"/>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design</Template>
  <TotalTime>8669</TotalTime>
  <Words>2977</Words>
  <Application>Microsoft Office PowerPoint</Application>
  <PresentationFormat>Widescreen</PresentationFormat>
  <Paragraphs>256</Paragraphs>
  <Slides>28</Slides>
  <Notes>22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Google Sans</vt:lpstr>
      <vt:lpstr>LM Roman 12</vt:lpstr>
      <vt:lpstr>Söhne</vt:lpstr>
      <vt:lpstr>ui-sans-serif</vt:lpstr>
      <vt:lpstr>Aptos</vt:lpstr>
      <vt:lpstr>Arial</vt:lpstr>
      <vt:lpstr>Arial Narrow</vt:lpstr>
      <vt:lpstr>Calibri</vt:lpstr>
      <vt:lpstr>Gill Sans MT</vt:lpstr>
      <vt:lpstr>Palatino Linotype</vt:lpstr>
      <vt:lpstr>Symbol</vt:lpstr>
      <vt:lpstr>Wingdings</vt:lpstr>
      <vt:lpstr>Wingdings 2</vt:lpstr>
      <vt:lpstr>Custom</vt:lpstr>
      <vt:lpstr>Bse3214:  Cloud Computing and Big Data </vt:lpstr>
      <vt:lpstr>Contacts (In order of preference)</vt:lpstr>
      <vt:lpstr>Overview and Description</vt:lpstr>
      <vt:lpstr>Learning Outcomes</vt:lpstr>
      <vt:lpstr>Learning Outcomes</vt:lpstr>
      <vt:lpstr>Mode of Delivery</vt:lpstr>
      <vt:lpstr>indicative Content </vt:lpstr>
      <vt:lpstr>Assessment</vt:lpstr>
      <vt:lpstr>Reading Materials</vt:lpstr>
      <vt:lpstr>In This Lecture</vt:lpstr>
      <vt:lpstr>Overview of cloud computing</vt:lpstr>
      <vt:lpstr>What is cloud computing</vt:lpstr>
      <vt:lpstr>Historical Evolution of Cloud Computing</vt:lpstr>
      <vt:lpstr>Types of cloud computing</vt:lpstr>
      <vt:lpstr>Structural Layers of Cloud Computing</vt:lpstr>
      <vt:lpstr>Structural Layers of Cloud Computing</vt:lpstr>
      <vt:lpstr>Service and deployment Models</vt:lpstr>
      <vt:lpstr>CHARACTERISTICS OF CLOUD COMPUTING</vt:lpstr>
      <vt:lpstr>BENEFITS OF MOVING TO THE CLOUD</vt:lpstr>
      <vt:lpstr>Key Points</vt:lpstr>
      <vt:lpstr>Challenges</vt:lpstr>
      <vt:lpstr>Challenges:  Attacks</vt:lpstr>
      <vt:lpstr>Key Points</vt:lpstr>
      <vt:lpstr>Future trends</vt:lpstr>
      <vt:lpstr>Future trends</vt:lpstr>
      <vt:lpstr>Future trends</vt:lpstr>
      <vt:lpstr>Future trends</vt:lpstr>
      <vt:lpstr>Final remarks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Moses Ntanda</dc:creator>
  <cp:lastModifiedBy>Moses Ntanda</cp:lastModifiedBy>
  <cp:revision>23</cp:revision>
  <dcterms:created xsi:type="dcterms:W3CDTF">2024-09-03T17:20:11Z</dcterms:created>
  <dcterms:modified xsi:type="dcterms:W3CDTF">2025-01-27T15:57:35Z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